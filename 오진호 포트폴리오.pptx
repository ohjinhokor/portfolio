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8" r:id="rId3"/>
    <p:sldId id="280" r:id="rId4"/>
    <p:sldId id="286" r:id="rId5"/>
    <p:sldId id="284" r:id="rId6"/>
    <p:sldId id="285" r:id="rId7"/>
    <p:sldId id="277" r:id="rId8"/>
    <p:sldId id="271" r:id="rId9"/>
    <p:sldId id="272" r:id="rId10"/>
    <p:sldId id="281" r:id="rId11"/>
    <p:sldId id="276" r:id="rId12"/>
    <p:sldId id="269" r:id="rId13"/>
    <p:sldId id="268" r:id="rId14"/>
    <p:sldId id="260" r:id="rId15"/>
    <p:sldId id="261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11" autoAdjust="0"/>
    <p:restoredTop sz="94660"/>
  </p:normalViewPr>
  <p:slideViewPr>
    <p:cSldViewPr snapToGrid="0">
      <p:cViewPr varScale="1">
        <p:scale>
          <a:sx n="224" d="100"/>
          <a:sy n="224" d="100"/>
        </p:scale>
        <p:origin x="9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2022. 6. 17.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hjinhokor/grpc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학점 연계 인턴십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151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2984471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586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80856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201190"/>
            <a:ext cx="3865181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gRPC</a:t>
            </a:r>
            <a:r>
              <a:rPr lang="ko-KR" altLang="en-US" sz="1100" dirty="0" err="1"/>
              <a:t>를</a:t>
            </a:r>
            <a:r>
              <a:rPr lang="ko-KR" altLang="en-US" sz="1100" dirty="0"/>
              <a:t> 이용해 고객사에게 제공할 라이브러리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검색 기능 및 </a:t>
            </a:r>
            <a:r>
              <a:rPr lang="ko-KR" altLang="en-US" sz="1100" dirty="0" err="1"/>
              <a:t>페이지네이션</a:t>
            </a:r>
            <a:r>
              <a:rPr lang="ko-KR" altLang="en-US" sz="1100" dirty="0"/>
              <a:t>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쿼리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00027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848098" y="25943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153140" y="24442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153139" y="2824140"/>
            <a:ext cx="3083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MySQL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 err="1"/>
              <a:t>gRPC</a:t>
            </a:r>
            <a:endParaRPr lang="en-US" altLang="ko-KR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7809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25778" y="466301"/>
            <a:ext cx="5338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고객사에게 제공할 라이브러리 구현</a:t>
            </a:r>
            <a:r>
              <a:rPr lang="en-US" altLang="ko-KR" b="1" dirty="0"/>
              <a:t>(</a:t>
            </a:r>
            <a:r>
              <a:rPr lang="en-US" altLang="ko-KR" b="1" dirty="0" err="1"/>
              <a:t>gRPC</a:t>
            </a:r>
            <a:r>
              <a:rPr lang="ko-KR" altLang="en-US" b="1" dirty="0"/>
              <a:t> 활용</a:t>
            </a:r>
            <a:r>
              <a:rPr lang="en-US" altLang="ko-KR" b="1" dirty="0"/>
              <a:t>)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92582" y="59060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9C7C6-7927-3AC2-6236-20B3C3466103}"/>
              </a:ext>
            </a:extLst>
          </p:cNvPr>
          <p:cNvSpPr/>
          <p:nvPr/>
        </p:nvSpPr>
        <p:spPr>
          <a:xfrm>
            <a:off x="619737" y="1927919"/>
            <a:ext cx="6093591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라이브러리 상세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 기존에 제공하던 </a:t>
            </a:r>
            <a:r>
              <a:rPr lang="en-US" altLang="ko-KR" sz="1200" dirty="0"/>
              <a:t>Public API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더 간편하게 사용할 수 있도록 하기 위함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고객사에서 </a:t>
            </a:r>
            <a:r>
              <a:rPr lang="en-US" altLang="ko-KR" sz="1200" dirty="0" err="1"/>
              <a:t>gRPC</a:t>
            </a:r>
            <a:r>
              <a:rPr lang="ko-KR" altLang="en-US" sz="1200" dirty="0"/>
              <a:t> 클라이언트 부분 코드를 구현하게 하지 않고</a:t>
            </a:r>
            <a:r>
              <a:rPr lang="en-US" altLang="ko-KR" sz="1200" dirty="0"/>
              <a:t>,</a:t>
            </a:r>
            <a:r>
              <a:rPr lang="ko-KR" altLang="en-US" sz="1200" dirty="0"/>
              <a:t> 클라이언트 측 코드를 대신 구현하여 </a:t>
            </a:r>
            <a:r>
              <a:rPr lang="en-US" altLang="ko-KR" sz="1200" dirty="0"/>
              <a:t>jar</a:t>
            </a:r>
            <a:r>
              <a:rPr lang="ko-KR" altLang="en-US" sz="1200" dirty="0"/>
              <a:t> 파일로 제공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이로 인해 고객사는 </a:t>
            </a:r>
            <a:r>
              <a:rPr lang="en-US" altLang="ko-KR" sz="1200" dirty="0" err="1"/>
              <a:t>ip</a:t>
            </a:r>
            <a:r>
              <a:rPr lang="ko-KR" altLang="en-US" sz="1200" dirty="0"/>
              <a:t> 주소와 </a:t>
            </a:r>
            <a:r>
              <a:rPr lang="en-US" altLang="ko-KR" sz="1200" dirty="0"/>
              <a:t>port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몰라도 기존 제공되던 </a:t>
            </a:r>
            <a:r>
              <a:rPr lang="en-US" altLang="ko-KR" sz="1200" dirty="0"/>
              <a:t>Public API</a:t>
            </a:r>
            <a:r>
              <a:rPr lang="ko-KR" altLang="en-US" sz="1200" dirty="0"/>
              <a:t>가 제공하던 데이터와 같은 데이터를 받을 수 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1B08460-C056-992C-6884-A3B4D6D95B28}"/>
              </a:ext>
            </a:extLst>
          </p:cNvPr>
          <p:cNvSpPr/>
          <p:nvPr/>
        </p:nvSpPr>
        <p:spPr>
          <a:xfrm>
            <a:off x="619737" y="4657020"/>
            <a:ext cx="609359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Rest</a:t>
            </a:r>
            <a:r>
              <a:rPr lang="ko-KR" altLang="en-US" sz="1400" b="1" dirty="0"/>
              <a:t> 방식에서 </a:t>
            </a:r>
            <a:r>
              <a:rPr lang="en-US" altLang="ko-KR" sz="1400" b="1" dirty="0" err="1"/>
              <a:t>gRPC</a:t>
            </a:r>
            <a:r>
              <a:rPr lang="ko-KR" altLang="en-US" sz="1400" b="1" dirty="0"/>
              <a:t>로 대체한 이유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dirty="0"/>
              <a:t> </a:t>
            </a:r>
            <a:r>
              <a:rPr lang="ko-KR" altLang="en-US" sz="1200" dirty="0"/>
              <a:t> </a:t>
            </a:r>
            <a:r>
              <a:rPr lang="en-US" altLang="ko-KR" sz="1200" dirty="0"/>
              <a:t>1.</a:t>
            </a:r>
            <a:r>
              <a:rPr lang="ko-KR" altLang="en-US" sz="1200" dirty="0"/>
              <a:t> 속도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2.</a:t>
            </a:r>
            <a:r>
              <a:rPr lang="ko-KR" altLang="en-US" sz="1200" dirty="0"/>
              <a:t> 고객사의 편의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3.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호출의 제어권을 가져오기 위함 </a:t>
            </a:r>
            <a:endParaRPr lang="en-US" altLang="ko-KR" sz="1200" dirty="0"/>
          </a:p>
          <a:p>
            <a:endParaRPr lang="en-US" altLang="ko-KR" sz="1000" b="1" dirty="0"/>
          </a:p>
          <a:p>
            <a:r>
              <a:rPr lang="en-US" altLang="ko-KR" sz="1000" dirty="0"/>
              <a:t>ex)</a:t>
            </a:r>
            <a:r>
              <a:rPr lang="ko-KR" altLang="en-US" sz="1000" dirty="0"/>
              <a:t> 제공하는 </a:t>
            </a:r>
            <a:r>
              <a:rPr lang="en-US" altLang="ko-KR" sz="1000" dirty="0"/>
              <a:t>jar</a:t>
            </a:r>
            <a:r>
              <a:rPr lang="ko-KR" altLang="en-US" sz="1000" dirty="0"/>
              <a:t> 파일에 </a:t>
            </a:r>
            <a:r>
              <a:rPr lang="ko-KR" altLang="en-US" sz="1000" dirty="0" err="1"/>
              <a:t>캐싱을</a:t>
            </a:r>
            <a:r>
              <a:rPr lang="ko-KR" altLang="en-US" sz="1000" dirty="0"/>
              <a:t> 적용</a:t>
            </a:r>
            <a:r>
              <a:rPr lang="en-US" altLang="ko-KR" sz="1000" dirty="0"/>
              <a:t>.</a:t>
            </a:r>
            <a:r>
              <a:rPr lang="ko-KR" altLang="en-US" sz="1000" dirty="0"/>
              <a:t> 짧은 시간내에 여러 번 동일한 요청을 하는 경우</a:t>
            </a:r>
            <a:r>
              <a:rPr lang="en-US" altLang="ko-KR" sz="1000" dirty="0"/>
              <a:t> </a:t>
            </a:r>
          </a:p>
          <a:p>
            <a:r>
              <a:rPr lang="ko-KR" altLang="en-US" sz="1000" dirty="0" err="1"/>
              <a:t>캐싱된</a:t>
            </a:r>
            <a:r>
              <a:rPr lang="ko-KR" altLang="en-US" sz="1000" dirty="0"/>
              <a:t> 데이터를 반환하도록 하여 서버에 들어오는 </a:t>
            </a:r>
            <a:r>
              <a:rPr lang="en-US" altLang="ko-KR" sz="1000" dirty="0"/>
              <a:t>Request</a:t>
            </a:r>
            <a:r>
              <a:rPr lang="ko-KR" altLang="en-US" sz="1000" dirty="0" err="1"/>
              <a:t>를</a:t>
            </a:r>
            <a:r>
              <a:rPr lang="ko-KR" altLang="en-US" sz="1000" dirty="0"/>
              <a:t> 줄임</a:t>
            </a:r>
            <a:endParaRPr lang="en-US" altLang="ko-KR" sz="10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EAFB86-8AD1-019B-3022-6AF1C52D6FD7}"/>
              </a:ext>
            </a:extLst>
          </p:cNvPr>
          <p:cNvSpPr/>
          <p:nvPr/>
        </p:nvSpPr>
        <p:spPr>
          <a:xfrm>
            <a:off x="619737" y="922366"/>
            <a:ext cx="291477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b="1" dirty="0"/>
              <a:t>-</a:t>
            </a:r>
            <a:r>
              <a:rPr lang="ko-KR" altLang="en-US" sz="1200" b="1" dirty="0"/>
              <a:t> 소규모 프로젝트로 재현</a:t>
            </a:r>
            <a:r>
              <a:rPr lang="en-US" altLang="ko-KR" sz="1200" b="1" dirty="0"/>
              <a:t> :</a:t>
            </a:r>
            <a:r>
              <a:rPr lang="ko-KR" altLang="en-US" sz="1200" b="1" dirty="0"/>
              <a:t>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클라이언트의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와 메서드를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3414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645345" y="386094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745679" y="754163"/>
            <a:ext cx="933041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For</a:t>
            </a:r>
            <a:r>
              <a:rPr lang="ko-KR" altLang="en-US" sz="1200" dirty="0"/>
              <a:t>문을 돌며 데이터를 </a:t>
            </a:r>
            <a:r>
              <a:rPr lang="en-US" altLang="ko-KR" sz="1200" dirty="0"/>
              <a:t>row</a:t>
            </a:r>
            <a:r>
              <a:rPr lang="ko-KR" altLang="en-US" sz="1200" dirty="0"/>
              <a:t>별로 받아오는 방식을 사용했고</a:t>
            </a:r>
            <a:r>
              <a:rPr lang="en-US" altLang="ko-KR" sz="1200" dirty="0"/>
              <a:t>, </a:t>
            </a:r>
            <a:r>
              <a:rPr lang="ko-KR" altLang="en-US" sz="1200" dirty="0"/>
              <a:t>이에 따라</a:t>
            </a:r>
            <a:r>
              <a:rPr lang="en-US" altLang="ko-KR" sz="1200" dirty="0"/>
              <a:t> row</a:t>
            </a:r>
            <a:r>
              <a:rPr lang="ko-KR" altLang="en-US" sz="1200" dirty="0"/>
              <a:t>의 개수만큼 쿼리가 만들어졌습니다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Stream</a:t>
            </a:r>
            <a:r>
              <a:rPr lang="ko-KR" altLang="en-US" sz="1200" dirty="0"/>
              <a:t>을 활용하여 필요로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리스트로 한 번에 모아 쿼리를 전송하여 서버 부하를 줄였습니다</a:t>
            </a:r>
            <a:r>
              <a:rPr lang="en-US" altLang="ko-KR" sz="1200" dirty="0"/>
              <a:t>.</a:t>
            </a:r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12149" y="5103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61B1B5E-64E6-94FE-43BC-D8762402710E}"/>
              </a:ext>
            </a:extLst>
          </p:cNvPr>
          <p:cNvSpPr/>
          <p:nvPr/>
        </p:nvSpPr>
        <p:spPr>
          <a:xfrm>
            <a:off x="2573354" y="4482420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75B0A2-0037-7FAF-17C6-9B6362215245}"/>
              </a:ext>
            </a:extLst>
          </p:cNvPr>
          <p:cNvSpPr txBox="1"/>
          <p:nvPr/>
        </p:nvSpPr>
        <p:spPr>
          <a:xfrm>
            <a:off x="745679" y="2648810"/>
            <a:ext cx="100254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br>
              <a:rPr lang="en-US" altLang="ko-KR" sz="1200" dirty="0"/>
            </a:br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짧은 시간에 많은 요청이 예상되는 로직에 캐시를 적용하였습니다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반환하는 데이터가 변하지 않는 로직이기 때문에</a:t>
            </a:r>
            <a:r>
              <a:rPr lang="en-US" altLang="ko-KR" sz="1200" dirty="0"/>
              <a:t> </a:t>
            </a:r>
            <a:r>
              <a:rPr lang="ko-KR" altLang="en-US" sz="1200" dirty="0"/>
              <a:t>별도의 캐시 서버가 필요하지 않습니다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예시</a:t>
            </a:r>
            <a:r>
              <a:rPr lang="en-US" altLang="ko-KR" sz="1200" dirty="0"/>
              <a:t>) </a:t>
            </a:r>
            <a:r>
              <a:rPr lang="ko-KR" altLang="en-US" sz="1200" dirty="0"/>
              <a:t>방송이 시작한 후에는 판매 중인 상품이 변동되지 않습니다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판매 상품을 반환해주는 로직은 항상 같은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90926F1-839D-D9A7-12B2-7097A4552B6E}"/>
              </a:ext>
            </a:extLst>
          </p:cNvPr>
          <p:cNvSpPr/>
          <p:nvPr/>
        </p:nvSpPr>
        <p:spPr>
          <a:xfrm>
            <a:off x="4855421" y="519760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로드밸런서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128BDB-EDA6-1728-0D48-FD81F15BC8E1}"/>
              </a:ext>
            </a:extLst>
          </p:cNvPr>
          <p:cNvSpPr/>
          <p:nvPr/>
        </p:nvSpPr>
        <p:spPr>
          <a:xfrm>
            <a:off x="3018877" y="4620595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51B0AD-16E9-FDA8-5C3A-286FD21CFB43}"/>
              </a:ext>
            </a:extLst>
          </p:cNvPr>
          <p:cNvSpPr/>
          <p:nvPr/>
        </p:nvSpPr>
        <p:spPr>
          <a:xfrm>
            <a:off x="2573353" y="5905959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8FB22AF-06D5-3D90-2FAC-07375A3509E9}"/>
              </a:ext>
            </a:extLst>
          </p:cNvPr>
          <p:cNvSpPr/>
          <p:nvPr/>
        </p:nvSpPr>
        <p:spPr>
          <a:xfrm>
            <a:off x="3018877" y="6044134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8C806B2-4987-9D2D-3964-10EEAECC20CF}"/>
              </a:ext>
            </a:extLst>
          </p:cNvPr>
          <p:cNvSpPr/>
          <p:nvPr/>
        </p:nvSpPr>
        <p:spPr>
          <a:xfrm>
            <a:off x="2573354" y="520179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   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6FBC387-17B4-29CC-4492-E4285F960117}"/>
              </a:ext>
            </a:extLst>
          </p:cNvPr>
          <p:cNvSpPr/>
          <p:nvPr/>
        </p:nvSpPr>
        <p:spPr>
          <a:xfrm>
            <a:off x="3018877" y="5339968"/>
            <a:ext cx="505969" cy="2379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6519F8B-0ED4-084E-AAFB-E47A67D512AB}"/>
              </a:ext>
            </a:extLst>
          </p:cNvPr>
          <p:cNvCxnSpPr>
            <a:cxnSpLocks/>
          </p:cNvCxnSpPr>
          <p:nvPr/>
        </p:nvCxnSpPr>
        <p:spPr>
          <a:xfrm flipH="1">
            <a:off x="3674374" y="5478714"/>
            <a:ext cx="10569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A5C0297-BE99-CDDF-75FA-BBDE839C52B0}"/>
              </a:ext>
            </a:extLst>
          </p:cNvPr>
          <p:cNvCxnSpPr>
            <a:cxnSpLocks/>
          </p:cNvCxnSpPr>
          <p:nvPr/>
        </p:nvCxnSpPr>
        <p:spPr>
          <a:xfrm flipH="1">
            <a:off x="3727520" y="5678893"/>
            <a:ext cx="1070247" cy="4210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686CDD0-5C34-5D1B-B253-5791578F388C}"/>
              </a:ext>
            </a:extLst>
          </p:cNvPr>
          <p:cNvCxnSpPr>
            <a:cxnSpLocks/>
          </p:cNvCxnSpPr>
          <p:nvPr/>
        </p:nvCxnSpPr>
        <p:spPr>
          <a:xfrm flipH="1" flipV="1">
            <a:off x="3727520" y="4897325"/>
            <a:ext cx="1065831" cy="416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153E43-E22C-AA92-B965-AA77ECB4173A}"/>
              </a:ext>
            </a:extLst>
          </p:cNvPr>
          <p:cNvSpPr txBox="1"/>
          <p:nvPr/>
        </p:nvSpPr>
        <p:spPr>
          <a:xfrm>
            <a:off x="745679" y="2328907"/>
            <a:ext cx="110939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인메모리 데이터베이스</a:t>
            </a:r>
            <a:r>
              <a:rPr lang="en-US" altLang="ko-KR" sz="1400" b="1" dirty="0"/>
              <a:t>(Memcached)</a:t>
            </a:r>
            <a:r>
              <a:rPr lang="ko-KR" altLang="en-US" sz="1400" b="1" dirty="0"/>
              <a:t>를 이용한 캐시</a:t>
            </a:r>
            <a:endParaRPr lang="en-US" altLang="ko-KR" sz="1400" b="1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974AA33-48C2-6B25-2978-25A52E3EB56C}"/>
              </a:ext>
            </a:extLst>
          </p:cNvPr>
          <p:cNvSpPr/>
          <p:nvPr/>
        </p:nvSpPr>
        <p:spPr>
          <a:xfrm>
            <a:off x="7228674" y="5197603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클라이언트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270F86B-03DC-3261-6FDD-9DB17C834FA7}"/>
              </a:ext>
            </a:extLst>
          </p:cNvPr>
          <p:cNvCxnSpPr>
            <a:cxnSpLocks/>
          </p:cNvCxnSpPr>
          <p:nvPr/>
        </p:nvCxnSpPr>
        <p:spPr>
          <a:xfrm flipH="1">
            <a:off x="6047627" y="5478714"/>
            <a:ext cx="10569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623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55292" y="488118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검색 기능 및 </a:t>
            </a:r>
            <a:r>
              <a:rPr lang="ko-KR" altLang="en-US" b="1" dirty="0" err="1"/>
              <a:t>페이지네이션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22096" y="61241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6C00913-1A73-46B8-7D6B-E6CD593C340C}"/>
              </a:ext>
            </a:extLst>
          </p:cNvPr>
          <p:cNvSpPr/>
          <p:nvPr/>
        </p:nvSpPr>
        <p:spPr>
          <a:xfrm>
            <a:off x="649251" y="2110643"/>
            <a:ext cx="6093591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검색 기능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미디어 종류</a:t>
            </a:r>
            <a:r>
              <a:rPr lang="en-US" altLang="ko-KR" sz="1200" dirty="0"/>
              <a:t>,</a:t>
            </a:r>
            <a:r>
              <a:rPr lang="ko-KR" altLang="en-US" sz="1200" dirty="0"/>
              <a:t> 업로드 시간</a:t>
            </a:r>
            <a:r>
              <a:rPr lang="en-US" altLang="ko-KR" sz="1200" dirty="0"/>
              <a:t>,</a:t>
            </a:r>
            <a:r>
              <a:rPr lang="ko-KR" altLang="en-US" sz="1200" dirty="0"/>
              <a:t> 검색어 등 조건에 따라 검색하는 기능</a:t>
            </a:r>
            <a:endParaRPr lang="en-US" altLang="ko-KR" sz="12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ko-KR" altLang="en-US" sz="1400" b="1" dirty="0" err="1"/>
              <a:t>페이지네이션</a:t>
            </a:r>
            <a:r>
              <a:rPr lang="en-US" altLang="ko-KR" sz="1400" b="1" dirty="0"/>
              <a:t> </a:t>
            </a:r>
          </a:p>
          <a:p>
            <a:endParaRPr lang="en-US" altLang="ko-KR" sz="12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클라이언트로부터 한 페이지에 보여줄 미디어 파일 </a:t>
            </a:r>
            <a:r>
              <a:rPr lang="ko-KR" altLang="en-US" sz="1200" dirty="0" err="1"/>
              <a:t>갯수를</a:t>
            </a:r>
            <a:r>
              <a:rPr lang="ko-KR" altLang="en-US" sz="1200" dirty="0"/>
              <a:t> 받아 해당 </a:t>
            </a:r>
            <a:r>
              <a:rPr lang="ko-KR" altLang="en-US" sz="1200" dirty="0" err="1"/>
              <a:t>갯수만큼</a:t>
            </a:r>
            <a:r>
              <a:rPr lang="ko-KR" altLang="en-US" sz="1200" dirty="0"/>
              <a:t> 데이터를 반환합니다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검색조건에 부합하는 데이터만 반환하도록 설정 할 수 있습니다</a:t>
            </a:r>
            <a:r>
              <a:rPr lang="en-US" altLang="ko-KR" sz="120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6F15DF-652A-B3E8-C8AD-EAA4648A382F}"/>
              </a:ext>
            </a:extLst>
          </p:cNvPr>
          <p:cNvSpPr txBox="1"/>
          <p:nvPr/>
        </p:nvSpPr>
        <p:spPr>
          <a:xfrm>
            <a:off x="649251" y="1220325"/>
            <a:ext cx="8514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</a:t>
            </a:r>
            <a:r>
              <a:rPr lang="ko-KR" altLang="en-US" sz="1400" dirty="0"/>
              <a:t> 등록된 미디어 파일을 검색 및 </a:t>
            </a:r>
            <a:r>
              <a:rPr lang="ko-KR" altLang="en-US" sz="1400" dirty="0" err="1"/>
              <a:t>페이징하는</a:t>
            </a:r>
            <a:r>
              <a:rPr lang="ko-KR" altLang="en-US" sz="1400" dirty="0"/>
              <a:t> 기능입니다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7153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MySQL</a:t>
            </a:r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CI/CD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속도를 빠르게 하기 위한 설계를 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프로젝트 초기였기에 확장이 용이한 </a:t>
            </a:r>
            <a:r>
              <a:rPr lang="en-US" altLang="ko-KR" sz="1300" dirty="0" err="1"/>
              <a:t>jwt</a:t>
            </a:r>
            <a:r>
              <a:rPr lang="ko-KR" altLang="en-US" sz="1300" dirty="0"/>
              <a:t>를 선택했습니다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589373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dirty="0"/>
              <a:t> 1. s3</a:t>
            </a:r>
            <a:r>
              <a:rPr lang="ko-KR" altLang="en-US" sz="1400" dirty="0"/>
              <a:t>에 </a:t>
            </a:r>
            <a:r>
              <a:rPr lang="en-US" altLang="ko-KR" sz="1400" dirty="0"/>
              <a:t>jar</a:t>
            </a:r>
            <a:r>
              <a:rPr lang="ko-KR" altLang="en-US" sz="1400" dirty="0"/>
              <a:t>파일 업로드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 2. code deploy</a:t>
            </a:r>
            <a:r>
              <a:rPr lang="ko-KR" altLang="en-US" sz="1400" dirty="0"/>
              <a:t>를 이용하여 덮어쓰기 후 </a:t>
            </a:r>
            <a:r>
              <a:rPr lang="en-US" altLang="ko-KR" sz="1400" dirty="0"/>
              <a:t>8081, 8082 </a:t>
            </a:r>
            <a:r>
              <a:rPr lang="ko-KR" altLang="en-US" sz="1400" dirty="0"/>
              <a:t>중 사용하지 않는 포트로 배포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 3. Nginx</a:t>
            </a:r>
            <a:r>
              <a:rPr lang="ko-KR" altLang="en-US" sz="1400" dirty="0"/>
              <a:t> 리버스 프록시 포트 변경</a:t>
            </a:r>
            <a:endParaRPr lang="en-US" altLang="ko-KR" sz="1400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5555</TotalTime>
  <Words>1817</Words>
  <Application>Microsoft Macintosh PowerPoint</Application>
  <PresentationFormat>와이드스크린</PresentationFormat>
  <Paragraphs>371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380</cp:revision>
  <dcterms:created xsi:type="dcterms:W3CDTF">2021-09-02T08:00:50Z</dcterms:created>
  <dcterms:modified xsi:type="dcterms:W3CDTF">2022-06-17T14:31:39Z</dcterms:modified>
</cp:coreProperties>
</file>