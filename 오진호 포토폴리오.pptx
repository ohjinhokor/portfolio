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0" r:id="rId5"/>
    <p:sldId id="261" r:id="rId6"/>
    <p:sldId id="263" r:id="rId7"/>
    <p:sldId id="264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18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2021-11-27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2021-11-27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ohjinho7@gmail.com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83580" y="3019124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783580" y="3612190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80" y="979170"/>
            <a:ext cx="2735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Arial Rounded MT Bold" panose="020F0704030504030204" pitchFamily="34" charset="0"/>
              </a:rPr>
              <a:t>Hello</a:t>
            </a:r>
            <a:r>
              <a:rPr lang="ko-KR" altLang="en-US" sz="2800" dirty="0">
                <a:latin typeface="Arial Rounded MT Bold" panose="020F0704030504030204" pitchFamily="34" charset="0"/>
              </a:rPr>
              <a:t> </a:t>
            </a:r>
            <a:r>
              <a:rPr lang="en-US" altLang="ko-KR" sz="2800" dirty="0">
                <a:latin typeface="Arial Rounded MT Bold" panose="020F0704030504030204" pitchFamily="34" charset="0"/>
              </a:rPr>
              <a:t>World</a:t>
            </a:r>
            <a:endParaRPr lang="ko-KR" altLang="en-US" sz="2800" dirty="0">
              <a:latin typeface="Arial Rounded MT Bold" panose="020F07040305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9537025" y="6069568"/>
            <a:ext cx="26549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Email: </a:t>
            </a:r>
            <a:r>
              <a:rPr lang="en-US" altLang="ko-KR" sz="1100" dirty="0">
                <a:hlinkClick r:id="rId3"/>
              </a:rPr>
              <a:t>ohjinho7@gmail.com</a:t>
            </a:r>
            <a:endParaRPr lang="en-US" altLang="ko-KR" sz="1100" dirty="0"/>
          </a:p>
          <a:p>
            <a:r>
              <a:rPr lang="en-US" altLang="ko-KR" sz="1100" dirty="0" err="1"/>
              <a:t>Github</a:t>
            </a:r>
            <a:r>
              <a:rPr lang="en-US" altLang="ko-KR" sz="1100" dirty="0"/>
              <a:t>: https://github.com/ohjinhokor</a:t>
            </a:r>
            <a:endParaRPr lang="ko-KR" altLang="en-US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587924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FEB9F6-477D-471E-9FF8-F2E06E67C0B4}"/>
              </a:ext>
            </a:extLst>
          </p:cNvPr>
          <p:cNvSpPr txBox="1"/>
          <p:nvPr/>
        </p:nvSpPr>
        <p:spPr>
          <a:xfrm>
            <a:off x="5783580" y="1753717"/>
            <a:ext cx="4317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세상을 바꿀 수 있는 아이디어를 </a:t>
            </a:r>
            <a:endParaRPr lang="en-US" altLang="ko-KR" dirty="0"/>
          </a:p>
          <a:p>
            <a:r>
              <a:rPr lang="ko-KR" altLang="en-US" dirty="0"/>
              <a:t>실체화 하는 것을 꿈꾸는 개발자입니다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A3C594-E819-4733-BEA5-254BD6422031}"/>
              </a:ext>
            </a:extLst>
          </p:cNvPr>
          <p:cNvSpPr txBox="1"/>
          <p:nvPr/>
        </p:nvSpPr>
        <p:spPr>
          <a:xfrm>
            <a:off x="5783580" y="3315657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HCI</a:t>
            </a:r>
            <a:r>
              <a:rPr lang="ko-KR" altLang="en-US" sz="1100" dirty="0"/>
              <a:t>연구실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(2021.03 ~)</a:t>
            </a:r>
            <a:endParaRPr lang="ko-KR" altLang="en-US" sz="11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20353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449834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70CFAB-9590-4219-B702-399DF8CA6F33}"/>
              </a:ext>
            </a:extLst>
          </p:cNvPr>
          <p:cNvSpPr txBox="1"/>
          <p:nvPr/>
        </p:nvSpPr>
        <p:spPr>
          <a:xfrm>
            <a:off x="5783580" y="390872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대학 연합 개발동아리 </a:t>
            </a:r>
            <a:r>
              <a:rPr lang="en-US" altLang="ko-KR" sz="1100" dirty="0"/>
              <a:t>UMC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 Member(2021.08 ~ 2021.11)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43EDF2CB-CF81-42EF-B014-8F9575E6F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99" y="2790824"/>
            <a:ext cx="3892161" cy="36702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5799" y="295260"/>
            <a:ext cx="56146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숭실대학교 창업지원단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On the Bridge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85799" y="1809763"/>
            <a:ext cx="4562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프로젝트 명 </a:t>
            </a:r>
            <a:r>
              <a:rPr lang="en-US" altLang="ko-KR" sz="2400" b="1" dirty="0"/>
              <a:t>: </a:t>
            </a:r>
            <a:r>
              <a:rPr lang="ko-KR" altLang="en-US" sz="2400" b="1" dirty="0" err="1"/>
              <a:t>잇츠로드</a:t>
            </a:r>
            <a:endParaRPr lang="ko-KR" altLang="en-US" sz="24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599771" y="177291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096000" y="1622823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116831" y="1992155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04 ~ 2021. 08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599771" y="2705061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096000" y="255496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096000" y="3059156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TypeScript, </a:t>
            </a:r>
            <a:r>
              <a:rPr lang="en-US" altLang="ko-KR" sz="1400" dirty="0" err="1"/>
              <a:t>NestJs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Typeorm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MariaDb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600623" y="371446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116831" y="356436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117681" y="4008025"/>
            <a:ext cx="576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음식점 모바일 오더 서비스 기능입니다</a:t>
            </a:r>
            <a:r>
              <a:rPr lang="en-US" altLang="ko-KR" sz="1200" dirty="0"/>
              <a:t>. </a:t>
            </a:r>
          </a:p>
          <a:p>
            <a:r>
              <a:rPr lang="ko-KR" altLang="en-US" sz="1200" dirty="0"/>
              <a:t>손님이 음식점에 입장하여 </a:t>
            </a:r>
            <a:r>
              <a:rPr lang="en-US" altLang="ko-KR" sz="1200" dirty="0"/>
              <a:t>QR</a:t>
            </a:r>
            <a:r>
              <a:rPr lang="ko-KR" altLang="en-US" sz="1200" dirty="0"/>
              <a:t>코드를 통해 음식을 주문하면 가게 사장님이 카운터에서 주문한 음식을 바로 확인할 수 있는 아이템입니다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상세 설명 </a:t>
            </a:r>
            <a:r>
              <a:rPr lang="en-US" altLang="ko-KR" sz="1200" dirty="0"/>
              <a:t>: </a:t>
            </a:r>
            <a:r>
              <a:rPr lang="en-US" altLang="ko-KR" sz="1100" dirty="0"/>
              <a:t>https://maze-warlock-8d1.notion.site/965c208d24004a28a3e50bc30fe22d7c</a:t>
            </a:r>
            <a:endParaRPr lang="ko-KR" altLang="en-US" sz="11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599772" y="5385270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096001" y="523517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116831" y="5604509"/>
            <a:ext cx="57668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음식점 등록 및 </a:t>
            </a:r>
            <a:r>
              <a:rPr lang="ko-KR" altLang="en-US" sz="1200" dirty="0" err="1"/>
              <a:t>메뉴판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작성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로그인 기능 구현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Git Fork, Git-Flow </a:t>
            </a:r>
            <a:r>
              <a:rPr lang="ko-KR" altLang="en-US" sz="1200" dirty="0"/>
              <a:t>적용</a:t>
            </a:r>
            <a:endParaRPr lang="en-US" altLang="ko-KR" sz="12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28425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71231B8-EF14-414A-AC59-EA7768C23B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130" y="773922"/>
            <a:ext cx="5004506" cy="1445557"/>
          </a:xfrm>
          <a:prstGeom prst="rect">
            <a:avLst/>
          </a:prstGeom>
        </p:spPr>
      </p:pic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120113" y="37923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335266" y="255095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Validation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247267" y="712689"/>
            <a:ext cx="5766807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Http Header</a:t>
            </a:r>
            <a:r>
              <a:rPr lang="ko-KR" altLang="en-US" sz="1200" b="1" dirty="0"/>
              <a:t>와 미들웨어를 사용하여 유효성 검사</a:t>
            </a:r>
            <a:endParaRPr lang="en-US" altLang="ko-KR" sz="1200" b="1" dirty="0"/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100" dirty="0"/>
              <a:t>HTTP header</a:t>
            </a:r>
            <a:r>
              <a:rPr lang="ko-KR" altLang="en-US" sz="1100" dirty="0"/>
              <a:t>를 사용하여 클라이언트로부터 </a:t>
            </a:r>
            <a:r>
              <a:rPr lang="en-US" altLang="ko-KR" sz="1100" dirty="0" err="1"/>
              <a:t>store_id</a:t>
            </a:r>
            <a:r>
              <a:rPr lang="ko-KR" altLang="en-US" sz="1100" dirty="0"/>
              <a:t>와 </a:t>
            </a:r>
            <a:r>
              <a:rPr lang="en-US" altLang="ko-KR" sz="1100" dirty="0"/>
              <a:t>JWT(</a:t>
            </a:r>
            <a:r>
              <a:rPr lang="ko-KR" altLang="en-US" sz="1100" dirty="0"/>
              <a:t>토큰</a:t>
            </a:r>
            <a:r>
              <a:rPr lang="en-US" altLang="ko-KR" sz="1100" dirty="0"/>
              <a:t>)</a:t>
            </a:r>
            <a:r>
              <a:rPr lang="ko-KR" altLang="en-US" sz="1100" dirty="0"/>
              <a:t>을 받아옵니다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en-US" altLang="ko-KR" sz="1100" dirty="0"/>
              <a:t>JWT(</a:t>
            </a:r>
            <a:r>
              <a:rPr lang="ko-KR" altLang="en-US" sz="1100" dirty="0"/>
              <a:t>토큰</a:t>
            </a:r>
            <a:r>
              <a:rPr lang="en-US" altLang="ko-KR" sz="1100" dirty="0"/>
              <a:t>)</a:t>
            </a:r>
            <a:r>
              <a:rPr lang="ko-KR" altLang="en-US" sz="1100" dirty="0"/>
              <a:t>에서 </a:t>
            </a:r>
            <a:r>
              <a:rPr lang="en-US" altLang="ko-KR" sz="1100" dirty="0" err="1"/>
              <a:t>user_id</a:t>
            </a:r>
            <a:r>
              <a:rPr lang="ko-KR" altLang="en-US" sz="1100" dirty="0"/>
              <a:t>를 추출하여 해당 </a:t>
            </a:r>
            <a:r>
              <a:rPr lang="en-US" altLang="ko-KR" sz="1100" dirty="0"/>
              <a:t>user</a:t>
            </a:r>
            <a:r>
              <a:rPr lang="ko-KR" altLang="en-US" sz="1100" dirty="0"/>
              <a:t>가 </a:t>
            </a:r>
            <a:r>
              <a:rPr lang="en-US" altLang="ko-KR" sz="1100" dirty="0"/>
              <a:t>header</a:t>
            </a:r>
            <a:r>
              <a:rPr lang="ko-KR" altLang="en-US" sz="1100" dirty="0"/>
              <a:t>에 들어있는 </a:t>
            </a:r>
            <a:r>
              <a:rPr lang="en-US" altLang="ko-KR" sz="1100" dirty="0" err="1"/>
              <a:t>store_id</a:t>
            </a:r>
            <a:r>
              <a:rPr lang="ko-KR" altLang="en-US" sz="1100" dirty="0"/>
              <a:t>를 </a:t>
            </a:r>
            <a:r>
              <a:rPr lang="en-US" altLang="ko-KR" sz="1100" dirty="0"/>
              <a:t>pk</a:t>
            </a:r>
            <a:r>
              <a:rPr lang="ko-KR" altLang="en-US" sz="1100" dirty="0"/>
              <a:t>값으로 갖는 </a:t>
            </a:r>
            <a:r>
              <a:rPr lang="en-US" altLang="ko-KR" sz="1100" dirty="0"/>
              <a:t>store</a:t>
            </a:r>
            <a:r>
              <a:rPr lang="ko-KR" altLang="en-US" sz="1100" dirty="0"/>
              <a:t>에 접근 권한이 있는지 확인합니다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권한이 있다면 </a:t>
            </a:r>
            <a:r>
              <a:rPr lang="en-US" altLang="ko-KR" sz="1100" dirty="0"/>
              <a:t>user</a:t>
            </a:r>
            <a:r>
              <a:rPr lang="ko-KR" altLang="en-US" sz="1100" dirty="0"/>
              <a:t>는 해당 음식점의 메뉴 삭제</a:t>
            </a:r>
            <a:r>
              <a:rPr lang="en-US" altLang="ko-KR" sz="1100" dirty="0"/>
              <a:t>, </a:t>
            </a:r>
            <a:r>
              <a:rPr lang="ko-KR" altLang="en-US" sz="1100" dirty="0"/>
              <a:t>옵션 변경 등 음식점의 세부사항을 변경할 수 있습니다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권한이 없다면 해당 로직을 이용할 수 없습니다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339071" y="352123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JWT</a:t>
            </a:r>
            <a:r>
              <a:rPr lang="ko-KR" altLang="en-US" b="1" dirty="0"/>
              <a:t> 인증 사용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6339071" y="4016733"/>
            <a:ext cx="5766807" cy="2192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저장위치는 </a:t>
            </a:r>
            <a:r>
              <a:rPr lang="en-US" altLang="ko-KR" sz="1200" dirty="0"/>
              <a:t>DB</a:t>
            </a:r>
            <a:r>
              <a:rPr lang="ko-KR" altLang="en-US" sz="1200" dirty="0"/>
              <a:t>로 하였습니다</a:t>
            </a: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Response </a:t>
            </a:r>
            <a:r>
              <a:rPr lang="ko-KR" altLang="en-US" sz="1200" dirty="0"/>
              <a:t>값으로 </a:t>
            </a:r>
            <a:r>
              <a:rPr lang="en-US" altLang="ko-KR" sz="1200" dirty="0"/>
              <a:t>Access token</a:t>
            </a:r>
            <a:r>
              <a:rPr lang="ko-KR" altLang="en-US" sz="1200" dirty="0"/>
              <a:t>과 </a:t>
            </a:r>
            <a:r>
              <a:rPr lang="en-US" altLang="ko-KR" sz="1200" dirty="0"/>
              <a:t>‘Refresh token</a:t>
            </a:r>
            <a:r>
              <a:rPr lang="ko-KR" altLang="en-US" sz="1200" dirty="0"/>
              <a:t>의 </a:t>
            </a:r>
            <a:r>
              <a:rPr lang="en-US" altLang="ko-KR" sz="1200" dirty="0"/>
              <a:t>index’ </a:t>
            </a:r>
            <a:r>
              <a:rPr lang="ko-KR" altLang="en-US" sz="1200" dirty="0"/>
              <a:t>값을 반환합니다</a:t>
            </a:r>
            <a:r>
              <a:rPr lang="en-US" altLang="ko-KR" sz="1200" dirty="0"/>
              <a:t>. Index</a:t>
            </a:r>
            <a:r>
              <a:rPr lang="ko-KR" altLang="en-US" sz="1200" dirty="0"/>
              <a:t>값은 각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입니다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유효성 검사는 크게 </a:t>
            </a:r>
            <a:r>
              <a:rPr lang="en-US" altLang="ko-KR" sz="1200" dirty="0"/>
              <a:t>2</a:t>
            </a:r>
            <a:r>
              <a:rPr lang="ko-KR" altLang="en-US" sz="1200" dirty="0"/>
              <a:t>가지입니다</a:t>
            </a:r>
            <a:r>
              <a:rPr lang="en-US" altLang="ko-KR" sz="1200" dirty="0"/>
              <a:t>.</a:t>
            </a:r>
          </a:p>
          <a:p>
            <a:r>
              <a:rPr lang="en-US" altLang="ko-KR" sz="900" dirty="0"/>
              <a:t> </a:t>
            </a:r>
          </a:p>
          <a:p>
            <a:r>
              <a:rPr lang="en-US" altLang="ko-KR" sz="1050" dirty="0"/>
              <a:t>  1) refresh</a:t>
            </a:r>
            <a:r>
              <a:rPr lang="ko-KR" altLang="en-US" sz="1050" dirty="0"/>
              <a:t> </a:t>
            </a:r>
            <a:r>
              <a:rPr lang="en-US" altLang="ko-KR" sz="1050" dirty="0"/>
              <a:t>token</a:t>
            </a:r>
            <a:r>
              <a:rPr lang="ko-KR" altLang="en-US" sz="1050" dirty="0"/>
              <a:t>의 유효시간 확인</a:t>
            </a:r>
            <a:endParaRPr lang="en-US" altLang="ko-KR" sz="1050" dirty="0"/>
          </a:p>
          <a:p>
            <a:r>
              <a:rPr lang="en-US" altLang="ko-KR" sz="1050" dirty="0"/>
              <a:t>  2) access token</a:t>
            </a:r>
            <a:r>
              <a:rPr lang="ko-KR" altLang="en-US" sz="1050" dirty="0"/>
              <a:t>에 저장되어 있는 </a:t>
            </a:r>
            <a:r>
              <a:rPr lang="en-US" altLang="ko-KR" sz="1050" dirty="0" err="1"/>
              <a:t>user_id</a:t>
            </a:r>
            <a:r>
              <a:rPr lang="en-US" altLang="ko-KR" sz="1050" dirty="0"/>
              <a:t> </a:t>
            </a:r>
            <a:r>
              <a:rPr lang="ko-KR" altLang="en-US" sz="1050" dirty="0"/>
              <a:t>와 </a:t>
            </a:r>
            <a:r>
              <a:rPr lang="en-US" altLang="ko-KR" sz="1050" dirty="0"/>
              <a:t>refresh</a:t>
            </a:r>
            <a:r>
              <a:rPr lang="ko-KR" altLang="en-US" sz="1050" dirty="0"/>
              <a:t> </a:t>
            </a:r>
            <a:r>
              <a:rPr lang="en-US" altLang="ko-KR" sz="1050" dirty="0"/>
              <a:t>token</a:t>
            </a:r>
            <a:r>
              <a:rPr lang="ko-KR" altLang="en-US" sz="1050" dirty="0"/>
              <a:t>에 저장되어 있는 </a:t>
            </a:r>
            <a:r>
              <a:rPr lang="en-US" altLang="ko-KR" sz="1050" dirty="0" err="1"/>
              <a:t>user_id</a:t>
            </a:r>
            <a:r>
              <a:rPr lang="ko-KR" altLang="en-US" sz="1050" dirty="0"/>
              <a:t>의 일치 여부</a:t>
            </a:r>
            <a:r>
              <a:rPr lang="en-US" altLang="ko-KR" sz="1050" dirty="0"/>
              <a:t>   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DF2FF74-54BD-4DF7-AFC3-8559026B5F9A}"/>
              </a:ext>
            </a:extLst>
          </p:cNvPr>
          <p:cNvSpPr/>
          <p:nvPr/>
        </p:nvSpPr>
        <p:spPr>
          <a:xfrm>
            <a:off x="312826" y="2773266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9A8AB30-3F88-42CD-81D9-215589A6D62C}"/>
              </a:ext>
            </a:extLst>
          </p:cNvPr>
          <p:cNvCxnSpPr>
            <a:cxnSpLocks/>
          </p:cNvCxnSpPr>
          <p:nvPr/>
        </p:nvCxnSpPr>
        <p:spPr>
          <a:xfrm>
            <a:off x="916537" y="3225388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18F613F-EB1F-4BFE-847A-4334F108C6AE}"/>
              </a:ext>
            </a:extLst>
          </p:cNvPr>
          <p:cNvSpPr txBox="1"/>
          <p:nvPr/>
        </p:nvSpPr>
        <p:spPr>
          <a:xfrm>
            <a:off x="397128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372B1F-6B80-4291-8A15-E9FC1249F175}"/>
              </a:ext>
            </a:extLst>
          </p:cNvPr>
          <p:cNvSpPr txBox="1"/>
          <p:nvPr/>
        </p:nvSpPr>
        <p:spPr>
          <a:xfrm>
            <a:off x="1928393" y="2990235"/>
            <a:ext cx="21441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로그인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14F0017-020E-4976-99B9-40C5D4D84687}"/>
              </a:ext>
            </a:extLst>
          </p:cNvPr>
          <p:cNvCxnSpPr>
            <a:cxnSpLocks/>
          </p:cNvCxnSpPr>
          <p:nvPr/>
        </p:nvCxnSpPr>
        <p:spPr>
          <a:xfrm>
            <a:off x="1517626" y="4660824"/>
            <a:ext cx="1852305" cy="1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B988BB6-B96E-4754-ACF4-AA2C8A1A4676}"/>
              </a:ext>
            </a:extLst>
          </p:cNvPr>
          <p:cNvCxnSpPr>
            <a:cxnSpLocks/>
          </p:cNvCxnSpPr>
          <p:nvPr/>
        </p:nvCxnSpPr>
        <p:spPr>
          <a:xfrm>
            <a:off x="1499678" y="5462244"/>
            <a:ext cx="18435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75056B8-1E8C-451F-9B51-47277FD83441}"/>
              </a:ext>
            </a:extLst>
          </p:cNvPr>
          <p:cNvCxnSpPr>
            <a:cxnSpLocks/>
          </p:cNvCxnSpPr>
          <p:nvPr/>
        </p:nvCxnSpPr>
        <p:spPr>
          <a:xfrm>
            <a:off x="3572364" y="3834046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BC1E173-1F7D-4A17-8A10-69276C5A2BE2}"/>
              </a:ext>
            </a:extLst>
          </p:cNvPr>
          <p:cNvCxnSpPr>
            <a:cxnSpLocks/>
          </p:cNvCxnSpPr>
          <p:nvPr/>
        </p:nvCxnSpPr>
        <p:spPr>
          <a:xfrm flipH="1">
            <a:off x="874780" y="3838136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482ADBD5-6E00-4B1D-A4CC-EC1DA74A1DBB}"/>
              </a:ext>
            </a:extLst>
          </p:cNvPr>
          <p:cNvCxnSpPr>
            <a:cxnSpLocks/>
          </p:cNvCxnSpPr>
          <p:nvPr/>
        </p:nvCxnSpPr>
        <p:spPr>
          <a:xfrm flipH="1">
            <a:off x="1466868" y="4952726"/>
            <a:ext cx="19030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388393E-0002-4714-BCE2-31AD8B4B24B9}"/>
              </a:ext>
            </a:extLst>
          </p:cNvPr>
          <p:cNvSpPr txBox="1"/>
          <p:nvPr/>
        </p:nvSpPr>
        <p:spPr>
          <a:xfrm>
            <a:off x="1049571" y="3615005"/>
            <a:ext cx="27654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‘Refresh token index’ </a:t>
            </a:r>
            <a:r>
              <a:rPr lang="ko-KR" altLang="en-US" sz="800" dirty="0"/>
              <a:t>반환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7B4CCE-B9CD-4445-A8E0-CA92748937D2}"/>
              </a:ext>
            </a:extLst>
          </p:cNvPr>
          <p:cNvSpPr txBox="1"/>
          <p:nvPr/>
        </p:nvSpPr>
        <p:spPr>
          <a:xfrm>
            <a:off x="1359595" y="4446441"/>
            <a:ext cx="21952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함께 원하는 로직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64D2EB-5269-4F11-A3C8-74584E4D35A2}"/>
              </a:ext>
            </a:extLst>
          </p:cNvPr>
          <p:cNvSpPr txBox="1"/>
          <p:nvPr/>
        </p:nvSpPr>
        <p:spPr>
          <a:xfrm>
            <a:off x="1553659" y="4737282"/>
            <a:ext cx="22216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로직 수행 후 </a:t>
            </a:r>
            <a:r>
              <a:rPr lang="en-US" altLang="ko-KR" sz="800" dirty="0"/>
              <a:t>response </a:t>
            </a:r>
            <a:r>
              <a:rPr lang="ko-KR" altLang="en-US" sz="800" dirty="0"/>
              <a:t>반환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FE7C44-683F-41D6-85F7-3422BE4D35BA}"/>
              </a:ext>
            </a:extLst>
          </p:cNvPr>
          <p:cNvSpPr txBox="1"/>
          <p:nvPr/>
        </p:nvSpPr>
        <p:spPr>
          <a:xfrm>
            <a:off x="1354844" y="5246800"/>
            <a:ext cx="257473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</a:t>
            </a:r>
            <a:r>
              <a:rPr lang="ko-KR" altLang="en-US" sz="800" dirty="0"/>
              <a:t> </a:t>
            </a:r>
            <a:r>
              <a:rPr lang="en-US" altLang="ko-KR" sz="800" dirty="0"/>
              <a:t>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index</a:t>
            </a:r>
            <a:r>
              <a:rPr lang="ko-KR" altLang="en-US" sz="800" dirty="0"/>
              <a:t> 보냄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022745-CA87-4756-A736-1A42FB412CB8}"/>
              </a:ext>
            </a:extLst>
          </p:cNvPr>
          <p:cNvSpPr txBox="1"/>
          <p:nvPr/>
        </p:nvSpPr>
        <p:spPr>
          <a:xfrm>
            <a:off x="1408125" y="6492246"/>
            <a:ext cx="232383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index</a:t>
            </a:r>
            <a:r>
              <a:rPr lang="ko-KR" altLang="en-US" sz="800" dirty="0"/>
              <a:t> 반환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645C855-2A98-4F4F-A168-1D38762833CA}"/>
              </a:ext>
            </a:extLst>
          </p:cNvPr>
          <p:cNvSpPr txBox="1"/>
          <p:nvPr/>
        </p:nvSpPr>
        <p:spPr>
          <a:xfrm>
            <a:off x="3712303" y="3610280"/>
            <a:ext cx="1647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7EC3059-A0FE-4EEE-A84D-1469DA4E2B97}"/>
              </a:ext>
            </a:extLst>
          </p:cNvPr>
          <p:cNvCxnSpPr>
            <a:cxnSpLocks/>
          </p:cNvCxnSpPr>
          <p:nvPr/>
        </p:nvCxnSpPr>
        <p:spPr>
          <a:xfrm>
            <a:off x="3487857" y="5619087"/>
            <a:ext cx="19043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2D552E2D-DB8B-428D-8439-7D870E86F0B8}"/>
              </a:ext>
            </a:extLst>
          </p:cNvPr>
          <p:cNvSpPr txBox="1"/>
          <p:nvPr/>
        </p:nvSpPr>
        <p:spPr>
          <a:xfrm>
            <a:off x="3242693" y="5416300"/>
            <a:ext cx="23046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Index</a:t>
            </a:r>
            <a:r>
              <a:rPr lang="ko-KR" altLang="en-US" sz="800" dirty="0">
                <a:solidFill>
                  <a:schemeClr val="tx1"/>
                </a:solidFill>
              </a:rPr>
              <a:t>를 이용하여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/>
              <a:t>요청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CE99E567-6F4A-4034-A57B-F27A563B57E4}"/>
              </a:ext>
            </a:extLst>
          </p:cNvPr>
          <p:cNvSpPr/>
          <p:nvPr/>
        </p:nvSpPr>
        <p:spPr>
          <a:xfrm>
            <a:off x="3128511" y="277415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804700-0ACD-44EE-9688-CD628F231871}"/>
              </a:ext>
            </a:extLst>
          </p:cNvPr>
          <p:cNvSpPr txBox="1"/>
          <p:nvPr/>
        </p:nvSpPr>
        <p:spPr>
          <a:xfrm>
            <a:off x="3242693" y="2850701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EB2CB53-59DE-4F38-9319-310C97C61075}"/>
              </a:ext>
            </a:extLst>
          </p:cNvPr>
          <p:cNvSpPr/>
          <p:nvPr/>
        </p:nvSpPr>
        <p:spPr>
          <a:xfrm>
            <a:off x="5140005" y="278004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BC83AB-A5A1-4CCE-9CBE-E4E0DFB95EDF}"/>
              </a:ext>
            </a:extLst>
          </p:cNvPr>
          <p:cNvSpPr txBox="1"/>
          <p:nvPr/>
        </p:nvSpPr>
        <p:spPr>
          <a:xfrm>
            <a:off x="5360937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DB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7FACC415-DD06-4024-8D8F-26CA7B151557}"/>
              </a:ext>
            </a:extLst>
          </p:cNvPr>
          <p:cNvCxnSpPr>
            <a:cxnSpLocks/>
          </p:cNvCxnSpPr>
          <p:nvPr/>
        </p:nvCxnSpPr>
        <p:spPr>
          <a:xfrm flipH="1">
            <a:off x="622875" y="3142596"/>
            <a:ext cx="33729" cy="364166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12927674-36F1-4A75-A7EF-BFAC6F2D8E0F}"/>
              </a:ext>
            </a:extLst>
          </p:cNvPr>
          <p:cNvCxnSpPr>
            <a:cxnSpLocks/>
          </p:cNvCxnSpPr>
          <p:nvPr/>
        </p:nvCxnSpPr>
        <p:spPr>
          <a:xfrm flipH="1">
            <a:off x="3449119" y="3149373"/>
            <a:ext cx="37303" cy="36348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F3373778-024F-436D-B2D3-EB925500FEFB}"/>
              </a:ext>
            </a:extLst>
          </p:cNvPr>
          <p:cNvCxnSpPr>
            <a:cxnSpLocks/>
          </p:cNvCxnSpPr>
          <p:nvPr/>
        </p:nvCxnSpPr>
        <p:spPr>
          <a:xfrm flipH="1">
            <a:off x="5472030" y="3142595"/>
            <a:ext cx="37303" cy="364166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B26972A-E740-414B-B294-C15C0F06D364}"/>
              </a:ext>
            </a:extLst>
          </p:cNvPr>
          <p:cNvSpPr/>
          <p:nvPr/>
        </p:nvSpPr>
        <p:spPr>
          <a:xfrm>
            <a:off x="340809" y="4016733"/>
            <a:ext cx="5545956" cy="2937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01F07C-58A0-4387-BD9D-D735B2794A92}"/>
              </a:ext>
            </a:extLst>
          </p:cNvPr>
          <p:cNvSpPr txBox="1"/>
          <p:nvPr/>
        </p:nvSpPr>
        <p:spPr>
          <a:xfrm>
            <a:off x="1073179" y="4039197"/>
            <a:ext cx="71972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로그인 이후 </a:t>
            </a:r>
            <a:r>
              <a:rPr lang="en-US" altLang="ko-KR" sz="1000" dirty="0"/>
              <a:t>Access token</a:t>
            </a:r>
            <a:r>
              <a:rPr lang="ko-KR" altLang="en-US" sz="1000" dirty="0"/>
              <a:t>의 유효성에 따라 </a:t>
            </a:r>
            <a:r>
              <a:rPr lang="en-US" altLang="ko-KR" sz="1000" dirty="0"/>
              <a:t>2</a:t>
            </a:r>
            <a:r>
              <a:rPr lang="ko-KR" altLang="en-US" sz="1000" dirty="0"/>
              <a:t>가지의 상황이 발생한다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56EE5DF-ABE4-480E-A791-7A4D5156F472}"/>
              </a:ext>
            </a:extLst>
          </p:cNvPr>
          <p:cNvSpPr/>
          <p:nvPr/>
        </p:nvSpPr>
        <p:spPr>
          <a:xfrm>
            <a:off x="2519024" y="5953715"/>
            <a:ext cx="2011585" cy="483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500238-20FC-4F6B-A9E2-ED6390FAD625}"/>
              </a:ext>
            </a:extLst>
          </p:cNvPr>
          <p:cNvSpPr txBox="1"/>
          <p:nvPr/>
        </p:nvSpPr>
        <p:spPr>
          <a:xfrm>
            <a:off x="2661833" y="6011154"/>
            <a:ext cx="29968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</a:t>
            </a:r>
            <a:r>
              <a:rPr lang="ko-KR" altLang="en-US" sz="800" dirty="0"/>
              <a:t>의 유효성 검사 및</a:t>
            </a:r>
            <a:endParaRPr lang="en-US" altLang="ko-KR" sz="800" dirty="0"/>
          </a:p>
          <a:p>
            <a:r>
              <a:rPr lang="en-US" altLang="ko-KR" sz="800" dirty="0" err="1"/>
              <a:t>Aceess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재발급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BC0AC0C-58E4-4CD5-8871-63D2BF153C07}"/>
              </a:ext>
            </a:extLst>
          </p:cNvPr>
          <p:cNvCxnSpPr>
            <a:cxnSpLocks/>
          </p:cNvCxnSpPr>
          <p:nvPr/>
        </p:nvCxnSpPr>
        <p:spPr>
          <a:xfrm flipH="1">
            <a:off x="1397239" y="6678550"/>
            <a:ext cx="20115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585B0B5F-2A26-4AE2-AEB8-6D6923DD7932}"/>
              </a:ext>
            </a:extLst>
          </p:cNvPr>
          <p:cNvSpPr/>
          <p:nvPr/>
        </p:nvSpPr>
        <p:spPr>
          <a:xfrm>
            <a:off x="733474" y="5282109"/>
            <a:ext cx="612442" cy="14608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7DFFE8-A026-4FF1-87F9-1451AAA264C2}"/>
              </a:ext>
            </a:extLst>
          </p:cNvPr>
          <p:cNvSpPr txBox="1"/>
          <p:nvPr/>
        </p:nvSpPr>
        <p:spPr>
          <a:xfrm>
            <a:off x="740294" y="5682880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B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</a:t>
            </a:r>
            <a:r>
              <a:rPr lang="en-US" altLang="ko-KR" sz="1000" dirty="0"/>
              <a:t>x</a:t>
            </a:r>
            <a:endParaRPr lang="ko-KR" altLang="en-US" sz="1000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E46C643-941D-4BE7-8C47-0F82854FD958}"/>
              </a:ext>
            </a:extLst>
          </p:cNvPr>
          <p:cNvCxnSpPr>
            <a:cxnSpLocks/>
          </p:cNvCxnSpPr>
          <p:nvPr/>
        </p:nvCxnSpPr>
        <p:spPr>
          <a:xfrm flipH="1">
            <a:off x="3506468" y="5840946"/>
            <a:ext cx="18309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D9CEC72-13DE-417C-BD41-E66BC3EA41D4}"/>
              </a:ext>
            </a:extLst>
          </p:cNvPr>
          <p:cNvSpPr txBox="1"/>
          <p:nvPr/>
        </p:nvSpPr>
        <p:spPr>
          <a:xfrm>
            <a:off x="3948183" y="5661119"/>
            <a:ext cx="20948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120358" y="362044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933DD7C-74D0-492B-900B-898CEFBE2103}"/>
              </a:ext>
            </a:extLst>
          </p:cNvPr>
          <p:cNvSpPr/>
          <p:nvPr/>
        </p:nvSpPr>
        <p:spPr>
          <a:xfrm>
            <a:off x="731638" y="4414091"/>
            <a:ext cx="612442" cy="81124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C1E80B-0FA8-4E09-8EA9-A1C7C5406C28}"/>
              </a:ext>
            </a:extLst>
          </p:cNvPr>
          <p:cNvSpPr txBox="1"/>
          <p:nvPr/>
        </p:nvSpPr>
        <p:spPr>
          <a:xfrm>
            <a:off x="772056" y="4461223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A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 </a:t>
            </a:r>
            <a:r>
              <a:rPr lang="en-US" altLang="ko-KR" sz="1000" dirty="0"/>
              <a:t>o</a:t>
            </a:r>
            <a:endParaRPr lang="ko-KR" altLang="en-US" sz="1000" dirty="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921F717-3BC9-492F-A8B1-2F6FC2339111}"/>
              </a:ext>
            </a:extLst>
          </p:cNvPr>
          <p:cNvCxnSpPr>
            <a:cxnSpLocks/>
          </p:cNvCxnSpPr>
          <p:nvPr/>
        </p:nvCxnSpPr>
        <p:spPr>
          <a:xfrm>
            <a:off x="3493391" y="6669030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65BCF5C-F163-481F-86F3-E5C378DC93FF}"/>
              </a:ext>
            </a:extLst>
          </p:cNvPr>
          <p:cNvSpPr txBox="1"/>
          <p:nvPr/>
        </p:nvSpPr>
        <p:spPr>
          <a:xfrm>
            <a:off x="3597055" y="6472973"/>
            <a:ext cx="16637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531155D-331E-4371-BCD7-11EB65153757}"/>
              </a:ext>
            </a:extLst>
          </p:cNvPr>
          <p:cNvSpPr/>
          <p:nvPr/>
        </p:nvSpPr>
        <p:spPr>
          <a:xfrm>
            <a:off x="2660808" y="3335968"/>
            <a:ext cx="1663419" cy="2504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CB42709-213A-4885-98EE-70E05156280C}"/>
              </a:ext>
            </a:extLst>
          </p:cNvPr>
          <p:cNvSpPr txBox="1"/>
          <p:nvPr/>
        </p:nvSpPr>
        <p:spPr>
          <a:xfrm>
            <a:off x="2660808" y="3360865"/>
            <a:ext cx="299680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발급</a:t>
            </a:r>
          </a:p>
        </p:txBody>
      </p:sp>
    </p:spTree>
    <p:extLst>
      <p:ext uri="{BB962C8B-B14F-4D97-AF65-F5344CB8AC3E}">
        <p14:creationId xmlns:p14="http://schemas.microsoft.com/office/powerpoint/2010/main" val="2591934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485773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Personal</a:t>
            </a:r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Project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1596747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1446654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8" y="1815986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</a:t>
            </a:r>
            <a:r>
              <a:rPr lang="ko-KR" altLang="en-US" sz="1400" dirty="0"/>
              <a:t>진행 중</a:t>
            </a:r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2579082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237879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72837" y="2882987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Jsoup</a:t>
            </a:r>
            <a:r>
              <a:rPr lang="en-US" altLang="ko-KR" sz="1400" dirty="0"/>
              <a:t>, </a:t>
            </a:r>
            <a:r>
              <a:rPr lang="ko-KR" altLang="en-US" sz="1400" dirty="0"/>
              <a:t>카카오 </a:t>
            </a:r>
            <a:r>
              <a:rPr lang="en-US" altLang="ko-KR" sz="1400" dirty="0" err="1"/>
              <a:t>api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3550930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338820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7" y="3911107"/>
            <a:ext cx="576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/>
              <a:t>커피를 미리 결재하고 받아 갈 수 있는 원거리 결재 시스템을 개발 중에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510764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498350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8" y="5352839"/>
            <a:ext cx="57668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카카오 페이 </a:t>
            </a:r>
            <a:r>
              <a:rPr lang="en-US" altLang="ko-KR" sz="1200" dirty="0"/>
              <a:t>API </a:t>
            </a:r>
            <a:r>
              <a:rPr lang="ko-KR" altLang="en-US" sz="1200" dirty="0"/>
              <a:t>사용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1700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3671E2BC-29BF-438F-8399-C6F6C127AB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19" y="2218431"/>
            <a:ext cx="2319315" cy="3943579"/>
          </a:xfrm>
          <a:prstGeom prst="rect">
            <a:avLst/>
          </a:prstGeom>
        </p:spPr>
      </p:pic>
      <p:pic>
        <p:nvPicPr>
          <p:cNvPr id="27" name="그림 26" descr="텍스트이(가) 표시된 사진&#10;&#10;자동 생성된 설명">
            <a:extLst>
              <a:ext uri="{FF2B5EF4-FFF2-40B4-BE49-F238E27FC236}">
                <a16:creationId xmlns:a16="http://schemas.microsoft.com/office/drawing/2014/main" id="{1FD99E8D-FBF7-42FC-BA92-66C3E821A6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1208" y="2343835"/>
            <a:ext cx="2048013" cy="381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55540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431264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146599" y="888858"/>
            <a:ext cx="576680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학식 데이터를 추출한 후</a:t>
            </a:r>
            <a:r>
              <a:rPr lang="en-US" altLang="ko-KR" sz="1200" b="1" dirty="0"/>
              <a:t>, Json</a:t>
            </a:r>
            <a:r>
              <a:rPr lang="ko-KR" altLang="en-US" sz="1200" b="1" dirty="0"/>
              <a:t>형식의 </a:t>
            </a:r>
            <a:r>
              <a:rPr lang="en-US" altLang="ko-KR" sz="1200" b="1" dirty="0"/>
              <a:t>response</a:t>
            </a:r>
            <a:r>
              <a:rPr lang="ko-KR" altLang="en-US" sz="1200" b="1" dirty="0"/>
              <a:t>를 제공하는 </a:t>
            </a:r>
            <a:r>
              <a:rPr lang="en-US" altLang="ko-KR" sz="1200" b="1" dirty="0"/>
              <a:t>API</a:t>
            </a:r>
            <a:r>
              <a:rPr lang="ko-KR" altLang="en-US" sz="1200" b="1" dirty="0"/>
              <a:t>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URL</a:t>
            </a:r>
            <a:r>
              <a:rPr lang="ko-KR" altLang="en-US" sz="1200" dirty="0"/>
              <a:t>을 통해 해당 사이트에 접근합니다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추출하고자 하는 데이터를 </a:t>
            </a:r>
            <a:r>
              <a:rPr lang="en-US" altLang="ko-KR" sz="1200" dirty="0"/>
              <a:t>html</a:t>
            </a:r>
            <a:r>
              <a:rPr lang="ko-KR" altLang="en-US" sz="1200" dirty="0"/>
              <a:t>코드에 맞게 설정합니다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데이터를 추출한 후 카카오 </a:t>
            </a:r>
            <a:r>
              <a:rPr lang="ko-KR" altLang="en-US" sz="1200" dirty="0" err="1"/>
              <a:t>챗봇의</a:t>
            </a:r>
            <a:r>
              <a:rPr lang="ko-KR" altLang="en-US" sz="1200" dirty="0"/>
              <a:t> 형식에 맞는 </a:t>
            </a:r>
            <a:r>
              <a:rPr lang="en-US" altLang="ko-KR" sz="1200" dirty="0"/>
              <a:t>response</a:t>
            </a:r>
            <a:r>
              <a:rPr lang="ko-KR" altLang="en-US" sz="1200" dirty="0"/>
              <a:t>를 반환하는 </a:t>
            </a:r>
            <a:r>
              <a:rPr lang="en-US" altLang="ko-KR" sz="1200" dirty="0"/>
              <a:t>API</a:t>
            </a:r>
            <a:r>
              <a:rPr lang="ko-KR" altLang="en-US" sz="1200" dirty="0"/>
              <a:t>를 만들었습니다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6A7E07D-A067-401C-8FC8-D31E45FBD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727" y="374018"/>
            <a:ext cx="2676088" cy="3174662"/>
          </a:xfrm>
          <a:prstGeom prst="rect">
            <a:avLst/>
          </a:prstGeom>
        </p:spPr>
      </p:pic>
      <p:pic>
        <p:nvPicPr>
          <p:cNvPr id="56" name="그림 55" descr="텍스트이(가) 표시된 사진&#10;&#10;자동 생성된 설명">
            <a:extLst>
              <a:ext uri="{FF2B5EF4-FFF2-40B4-BE49-F238E27FC236}">
                <a16:creationId xmlns:a16="http://schemas.microsoft.com/office/drawing/2014/main" id="{54995D68-913B-4BA6-A106-C9BC22B6DD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814" y="374018"/>
            <a:ext cx="2484533" cy="3174662"/>
          </a:xfrm>
          <a:prstGeom prst="rect">
            <a:avLst/>
          </a:prstGeom>
        </p:spPr>
      </p:pic>
      <p:sp>
        <p:nvSpPr>
          <p:cNvPr id="9" name="object 6">
            <a:extLst>
              <a:ext uri="{FF2B5EF4-FFF2-40B4-BE49-F238E27FC236}">
                <a16:creationId xmlns:a16="http://schemas.microsoft.com/office/drawing/2014/main" id="{20C5B563-C6B2-4C9C-97DF-67A89993BD55}"/>
              </a:ext>
            </a:extLst>
          </p:cNvPr>
          <p:cNvSpPr/>
          <p:nvPr/>
        </p:nvSpPr>
        <p:spPr>
          <a:xfrm>
            <a:off x="6019445" y="417072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1D900-F4B9-408C-BBCA-7430E6C3E24C}"/>
              </a:ext>
            </a:extLst>
          </p:cNvPr>
          <p:cNvSpPr txBox="1"/>
          <p:nvPr/>
        </p:nvSpPr>
        <p:spPr>
          <a:xfrm>
            <a:off x="6234598" y="4046584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/>
              <a:t>@Scheduled </a:t>
            </a:r>
            <a:r>
              <a:rPr lang="ko-KR" altLang="en-US" sz="1800" b="1" dirty="0" err="1"/>
              <a:t>어노테이션을</a:t>
            </a:r>
            <a:r>
              <a:rPr lang="ko-KR" altLang="en-US" sz="1800" b="1" dirty="0"/>
              <a:t> 통한 자동화</a:t>
            </a:r>
            <a:endParaRPr lang="en-US" altLang="ko-KR" sz="1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146599" y="4504178"/>
            <a:ext cx="576680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요청이 들어올 때마다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하기 때문에 성능이 느려짐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위의 문제를 해결하기 위해 </a:t>
            </a: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사용하여 자동화 기능 추가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자정이 지나면 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시작하여 그 날의 학식 데이터를 데이터 베이스에 저장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이후 학식 정보를 요청하는 </a:t>
            </a:r>
            <a:r>
              <a:rPr lang="en-US" altLang="ko-KR" sz="1200" dirty="0"/>
              <a:t>Request</a:t>
            </a:r>
            <a:r>
              <a:rPr lang="ko-KR" altLang="en-US" sz="1200" dirty="0"/>
              <a:t>가 들어오면 데이터 베이스에 저장된 데이터를 반환 함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9C5AB92-84CF-418F-B96E-89C511E3C84D}"/>
              </a:ext>
            </a:extLst>
          </p:cNvPr>
          <p:cNvSpPr/>
          <p:nvPr/>
        </p:nvSpPr>
        <p:spPr>
          <a:xfrm>
            <a:off x="7704557" y="2916111"/>
            <a:ext cx="607633" cy="800482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BCC52-15B2-4F21-BEB8-01D24DBC0BA9}"/>
              </a:ext>
            </a:extLst>
          </p:cNvPr>
          <p:cNvSpPr txBox="1"/>
          <p:nvPr/>
        </p:nvSpPr>
        <p:spPr>
          <a:xfrm>
            <a:off x="8445965" y="3177852"/>
            <a:ext cx="29574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성능 개선을 위한 </a:t>
            </a:r>
            <a:r>
              <a:rPr lang="en-US" altLang="ko-KR" sz="1200" b="1" dirty="0"/>
              <a:t>Refactoring </a:t>
            </a:r>
            <a:r>
              <a:rPr lang="ko-KR" altLang="en-US" sz="1200" b="1" dirty="0"/>
              <a:t>진행 중</a:t>
            </a:r>
          </a:p>
        </p:txBody>
      </p:sp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5798" y="542571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개인 공부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85798" y="1321045"/>
            <a:ext cx="56146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실력 향상을 위해 자바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스프링 환경 및 </a:t>
            </a:r>
            <a:r>
              <a:rPr lang="en-US" altLang="ko-KR" sz="1200" b="1" dirty="0"/>
              <a:t>Infra </a:t>
            </a:r>
            <a:r>
              <a:rPr lang="ko-KR" altLang="en-US" sz="1200" b="1" dirty="0"/>
              <a:t>환경을 끊임 없이 공부합니다</a:t>
            </a:r>
            <a:r>
              <a:rPr lang="en-US" altLang="ko-KR" sz="1200" b="1" dirty="0"/>
              <a:t>.</a:t>
            </a:r>
            <a:endParaRPr lang="ko-KR" altLang="en-US" sz="12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6195607" y="2852160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691836" y="2702067"/>
            <a:ext cx="4117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김영한 강사님의 스프링 패키지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712666" y="3165783"/>
            <a:ext cx="448430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sz="1000" dirty="0" err="1"/>
              <a:t>SpringMvc</a:t>
            </a:r>
            <a:endParaRPr lang="en-US" altLang="ko-KR" sz="1000" dirty="0"/>
          </a:p>
          <a:p>
            <a:pPr marL="285750" indent="-285750">
              <a:buFontTx/>
              <a:buChar char="-"/>
            </a:pPr>
            <a:endParaRPr lang="en-US" altLang="ko-KR" sz="1000" dirty="0"/>
          </a:p>
          <a:p>
            <a:pPr marL="285750" indent="-285750">
              <a:buFontTx/>
              <a:buChar char="-"/>
            </a:pPr>
            <a:r>
              <a:rPr lang="en-US" altLang="ko-KR" sz="1000" dirty="0" err="1"/>
              <a:t>SpringBoot</a:t>
            </a:r>
            <a:endParaRPr lang="en-US" altLang="ko-KR" sz="1000" dirty="0"/>
          </a:p>
          <a:p>
            <a:pPr marL="285750" indent="-285750">
              <a:buFontTx/>
              <a:buChar char="-"/>
            </a:pPr>
            <a:endParaRPr lang="en-US" altLang="ko-KR" sz="1000" dirty="0"/>
          </a:p>
          <a:p>
            <a:pPr marL="285750" indent="-285750">
              <a:buFontTx/>
              <a:buChar char="-"/>
            </a:pPr>
            <a:r>
              <a:rPr lang="ko-KR" altLang="en-US" sz="1000" dirty="0"/>
              <a:t>객체지향과 </a:t>
            </a:r>
            <a:r>
              <a:rPr lang="ko-KR" altLang="en-US" sz="1000" dirty="0" err="1"/>
              <a:t>다형성</a:t>
            </a:r>
            <a:endParaRPr lang="en-US" altLang="ko-KR" sz="1000" dirty="0"/>
          </a:p>
          <a:p>
            <a:pPr marL="285750" indent="-285750">
              <a:buFontTx/>
              <a:buChar char="-"/>
            </a:pPr>
            <a:endParaRPr lang="en-US" altLang="ko-KR" sz="1000" dirty="0"/>
          </a:p>
          <a:p>
            <a:pPr marL="285750" indent="-285750">
              <a:buFontTx/>
              <a:buChar char="-"/>
            </a:pPr>
            <a:r>
              <a:rPr lang="en-US" altLang="ko-KR" sz="1000" dirty="0"/>
              <a:t>JPA</a:t>
            </a:r>
            <a:r>
              <a:rPr lang="ko-KR" altLang="en-US" sz="1000" dirty="0"/>
              <a:t>  </a:t>
            </a:r>
            <a:endParaRPr lang="en-US" altLang="ko-KR" sz="1000" dirty="0"/>
          </a:p>
          <a:p>
            <a:endParaRPr lang="en-US" altLang="ko-KR" sz="10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6195607" y="4797715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923B83D-4E06-44E3-B289-51ECA55F84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804" y="2127176"/>
            <a:ext cx="4117155" cy="400802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4821F83-7506-43F5-903B-FB81433782B3}"/>
              </a:ext>
            </a:extLst>
          </p:cNvPr>
          <p:cNvSpPr txBox="1"/>
          <p:nvPr/>
        </p:nvSpPr>
        <p:spPr>
          <a:xfrm>
            <a:off x="6712666" y="4710512"/>
            <a:ext cx="4117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AWS </a:t>
            </a:r>
            <a:r>
              <a:rPr lang="ko-KR" altLang="en-US" b="1" dirty="0"/>
              <a:t>및 </a:t>
            </a:r>
            <a:r>
              <a:rPr lang="en-US" altLang="ko-KR" b="1" dirty="0"/>
              <a:t>Infra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7D016-8C2B-4BD1-A52B-8B3E58B85D78}"/>
              </a:ext>
            </a:extLst>
          </p:cNvPr>
          <p:cNvSpPr txBox="1"/>
          <p:nvPr/>
        </p:nvSpPr>
        <p:spPr>
          <a:xfrm>
            <a:off x="6733496" y="5132935"/>
            <a:ext cx="448430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en-US" altLang="ko-KR" sz="1000" dirty="0"/>
              <a:t>CloudFront</a:t>
            </a:r>
            <a:r>
              <a:rPr lang="ko-KR" altLang="en-US" sz="1000" dirty="0"/>
              <a:t>와 </a:t>
            </a:r>
            <a:r>
              <a:rPr lang="en-US" altLang="ko-KR" sz="1000" dirty="0"/>
              <a:t>S3</a:t>
            </a:r>
          </a:p>
          <a:p>
            <a:pPr marL="171450" indent="-171450">
              <a:buFontTx/>
              <a:buChar char="-"/>
            </a:pPr>
            <a:endParaRPr lang="en-US" altLang="ko-KR" sz="1000" dirty="0"/>
          </a:p>
          <a:p>
            <a:pPr marL="171450" indent="-171450">
              <a:buFontTx/>
              <a:buChar char="-"/>
            </a:pPr>
            <a:r>
              <a:rPr lang="en-US" altLang="ko-KR" sz="1000" dirty="0"/>
              <a:t>EC2-LAMP-ELB</a:t>
            </a:r>
          </a:p>
          <a:p>
            <a:pPr marL="171450" indent="-171450">
              <a:buFontTx/>
              <a:buChar char="-"/>
            </a:pPr>
            <a:endParaRPr lang="en-US" altLang="ko-KR" sz="1000" dirty="0"/>
          </a:p>
          <a:p>
            <a:pPr marL="171450" indent="-171450">
              <a:buFontTx/>
              <a:buChar char="-"/>
            </a:pPr>
            <a:r>
              <a:rPr lang="en-US" altLang="ko-KR" sz="1000" dirty="0"/>
              <a:t>VPC</a:t>
            </a:r>
            <a:r>
              <a:rPr lang="ko-KR" altLang="en-US" sz="1000" dirty="0"/>
              <a:t>와</a:t>
            </a:r>
            <a:r>
              <a:rPr lang="en-US" altLang="ko-KR" sz="1000" dirty="0"/>
              <a:t> Subnet</a:t>
            </a:r>
          </a:p>
          <a:p>
            <a:pPr marL="171450" indent="-171450">
              <a:buFontTx/>
              <a:buChar char="-"/>
            </a:pPr>
            <a:endParaRPr lang="en-US" altLang="ko-KR" sz="1000" dirty="0"/>
          </a:p>
          <a:p>
            <a:pPr marL="171450" indent="-171450">
              <a:buFontTx/>
              <a:buChar char="-"/>
            </a:pPr>
            <a:r>
              <a:rPr lang="en-US" altLang="ko-KR" sz="1000" dirty="0"/>
              <a:t>RDS</a:t>
            </a:r>
            <a:r>
              <a:rPr lang="ko-KR" altLang="en-US" sz="1000" dirty="0"/>
              <a:t> </a:t>
            </a:r>
            <a:endParaRPr lang="en-US" altLang="ko-KR" sz="1000" dirty="0"/>
          </a:p>
          <a:p>
            <a:pPr marL="171450" indent="-171450">
              <a:buFontTx/>
              <a:buChar char="-"/>
            </a:pPr>
            <a:endParaRPr lang="en-US" altLang="ko-KR" sz="1000" dirty="0"/>
          </a:p>
          <a:p>
            <a:pPr marL="171450" indent="-171450">
              <a:buFontTx/>
              <a:buChar char="-"/>
            </a:pPr>
            <a:r>
              <a:rPr lang="en-US" altLang="ko-KR" sz="1000" dirty="0"/>
              <a:t>Auto Scaling</a:t>
            </a:r>
          </a:p>
          <a:p>
            <a:pPr marL="171450" indent="-171450">
              <a:buFontTx/>
              <a:buChar char="-"/>
            </a:pPr>
            <a:endParaRPr lang="en-US" altLang="ko-KR" sz="1000" dirty="0"/>
          </a:p>
          <a:p>
            <a:pPr marL="171450" indent="-171450">
              <a:buFontTx/>
              <a:buChar char="-"/>
            </a:pPr>
            <a:endParaRPr lang="en-US" altLang="ko-KR" sz="1000" dirty="0"/>
          </a:p>
        </p:txBody>
      </p:sp>
      <p:sp>
        <p:nvSpPr>
          <p:cNvPr id="28" name="object 6">
            <a:extLst>
              <a:ext uri="{FF2B5EF4-FFF2-40B4-BE49-F238E27FC236}">
                <a16:creationId xmlns:a16="http://schemas.microsoft.com/office/drawing/2014/main" id="{3DA4B013-A951-4261-B10F-168180895375}"/>
              </a:ext>
            </a:extLst>
          </p:cNvPr>
          <p:cNvSpPr/>
          <p:nvPr/>
        </p:nvSpPr>
        <p:spPr>
          <a:xfrm>
            <a:off x="6195607" y="1818725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57407BA-1ACA-454F-914F-3E1724A5B8F9}"/>
              </a:ext>
            </a:extLst>
          </p:cNvPr>
          <p:cNvSpPr txBox="1"/>
          <p:nvPr/>
        </p:nvSpPr>
        <p:spPr>
          <a:xfrm>
            <a:off x="6691836" y="1668632"/>
            <a:ext cx="4117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Java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C81F5B3-909E-422D-95B1-0ADF4ADB51CA}"/>
              </a:ext>
            </a:extLst>
          </p:cNvPr>
          <p:cNvSpPr txBox="1"/>
          <p:nvPr/>
        </p:nvSpPr>
        <p:spPr>
          <a:xfrm>
            <a:off x="6712666" y="2132348"/>
            <a:ext cx="44843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sz="1000" dirty="0"/>
              <a:t>이것이 자바다</a:t>
            </a:r>
            <a:endParaRPr lang="en-US" altLang="ko-KR" sz="1000" dirty="0"/>
          </a:p>
          <a:p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35769678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51EC9B-D497-4C9F-B8FA-189FD38F8E51}"/>
              </a:ext>
            </a:extLst>
          </p:cNvPr>
          <p:cNvSpPr txBox="1"/>
          <p:nvPr/>
        </p:nvSpPr>
        <p:spPr>
          <a:xfrm>
            <a:off x="2276167" y="2625213"/>
            <a:ext cx="76396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성장할 수 있는 곳이라면 무엇이든 할 준비가 되어있습니다</a:t>
            </a:r>
            <a:r>
              <a:rPr lang="en-US" altLang="ko-KR" dirty="0"/>
              <a:t>. </a:t>
            </a:r>
          </a:p>
          <a:p>
            <a:pPr algn="ctr"/>
            <a:r>
              <a:rPr lang="ko-KR" altLang="en-US" dirty="0"/>
              <a:t>믿고 맡겨 주신다면 절대 실망시키지 않겠습니다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82003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1171</TotalTime>
  <Words>674</Words>
  <Application>Microsoft Office PowerPoint</Application>
  <PresentationFormat>와이드스크린</PresentationFormat>
  <Paragraphs>132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진호</cp:lastModifiedBy>
  <cp:revision>57</cp:revision>
  <dcterms:created xsi:type="dcterms:W3CDTF">2021-09-02T08:00:50Z</dcterms:created>
  <dcterms:modified xsi:type="dcterms:W3CDTF">2021-11-27T14:20:19Z</dcterms:modified>
</cp:coreProperties>
</file>