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7" r:id="rId3"/>
    <p:sldId id="271" r:id="rId4"/>
    <p:sldId id="272" r:id="rId5"/>
    <p:sldId id="281" r:id="rId6"/>
    <p:sldId id="276" r:id="rId7"/>
    <p:sldId id="269" r:id="rId8"/>
    <p:sldId id="268" r:id="rId9"/>
    <p:sldId id="278" r:id="rId10"/>
    <p:sldId id="280" r:id="rId11"/>
    <p:sldId id="284" r:id="rId12"/>
    <p:sldId id="260" r:id="rId13"/>
    <p:sldId id="26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4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3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학점 연계 인턴십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MySQL</a:t>
            </a:r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CI/CD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속도를 빠르게 하기 위한 설계를 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프로젝트 초기였기에 확장이 용이한 </a:t>
            </a:r>
            <a:r>
              <a:rPr lang="en-US" altLang="ko-KR" sz="1300" dirty="0" err="1"/>
              <a:t>jwt</a:t>
            </a:r>
            <a:r>
              <a:rPr lang="ko-KR" altLang="en-US" sz="1300" dirty="0"/>
              <a:t>를 선택했습니다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589373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dirty="0"/>
              <a:t> 1. s3</a:t>
            </a:r>
            <a:r>
              <a:rPr lang="ko-KR" altLang="en-US" sz="1400" dirty="0"/>
              <a:t>에 </a:t>
            </a:r>
            <a:r>
              <a:rPr lang="en-US" altLang="ko-KR" sz="1400" dirty="0"/>
              <a:t>jar</a:t>
            </a:r>
            <a:r>
              <a:rPr lang="ko-KR" altLang="en-US" sz="1400" dirty="0"/>
              <a:t>파일 업로드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 2. code deploy</a:t>
            </a:r>
            <a:r>
              <a:rPr lang="ko-KR" altLang="en-US" sz="1400" dirty="0"/>
              <a:t>를 이용하여 덮어쓰기 후 </a:t>
            </a:r>
            <a:r>
              <a:rPr lang="en-US" altLang="ko-KR" sz="1400" dirty="0"/>
              <a:t>8081, 8082 </a:t>
            </a:r>
            <a:r>
              <a:rPr lang="ko-KR" altLang="en-US" sz="1400" dirty="0"/>
              <a:t>중 사용하지 않는 포트로 배포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 3. Nginx</a:t>
            </a:r>
            <a:r>
              <a:rPr lang="ko-KR" altLang="en-US" sz="1400" dirty="0"/>
              <a:t> 리버스 프록시 포트 변경</a:t>
            </a:r>
            <a:endParaRPr lang="en-US" altLang="ko-KR" sz="1400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151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2984471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262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77619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168822"/>
            <a:ext cx="362153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00027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848098" y="27966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153140" y="26465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153140" y="3026440"/>
            <a:ext cx="2504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MySQL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7809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클라이언트의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와 메서드를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</a:t>
            </a:r>
            <a:r>
              <a:rPr lang="ko-KR" altLang="en-US" sz="1400" b="1"/>
              <a:t>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645345" y="386094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745679" y="754163"/>
            <a:ext cx="933041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For</a:t>
            </a:r>
            <a:r>
              <a:rPr lang="ko-KR" altLang="en-US" sz="1200" dirty="0"/>
              <a:t>문을 돌며 데이터를 </a:t>
            </a:r>
            <a:r>
              <a:rPr lang="en-US" altLang="ko-KR" sz="1200" dirty="0"/>
              <a:t>row</a:t>
            </a:r>
            <a:r>
              <a:rPr lang="ko-KR" altLang="en-US" sz="1200" dirty="0"/>
              <a:t>별로 받아오는 방식을 사용했고</a:t>
            </a:r>
            <a:r>
              <a:rPr lang="en-US" altLang="ko-KR" sz="1200" dirty="0"/>
              <a:t>, </a:t>
            </a:r>
            <a:r>
              <a:rPr lang="ko-KR" altLang="en-US" sz="1200" dirty="0"/>
              <a:t>이에 따라</a:t>
            </a:r>
            <a:r>
              <a:rPr lang="en-US" altLang="ko-KR" sz="1200" dirty="0"/>
              <a:t> row</a:t>
            </a:r>
            <a:r>
              <a:rPr lang="ko-KR" altLang="en-US" sz="1200" dirty="0"/>
              <a:t>의 개수만큼 쿼리가 만들어졌습니다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Stream</a:t>
            </a:r>
            <a:r>
              <a:rPr lang="ko-KR" altLang="en-US" sz="1200" dirty="0"/>
              <a:t>을 활용하여 필요로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리스트로 한 번에 모아 쿼리를 전송하여 서버 부하를 줄였습니다</a:t>
            </a:r>
            <a:r>
              <a:rPr lang="en-US" altLang="ko-KR" sz="1200" dirty="0"/>
              <a:t>.</a:t>
            </a:r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12149" y="5103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61B1B5E-64E6-94FE-43BC-D8762402710E}"/>
              </a:ext>
            </a:extLst>
          </p:cNvPr>
          <p:cNvSpPr/>
          <p:nvPr/>
        </p:nvSpPr>
        <p:spPr>
          <a:xfrm>
            <a:off x="2573354" y="4482420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75B0A2-0037-7FAF-17C6-9B6362215245}"/>
              </a:ext>
            </a:extLst>
          </p:cNvPr>
          <p:cNvSpPr txBox="1"/>
          <p:nvPr/>
        </p:nvSpPr>
        <p:spPr>
          <a:xfrm>
            <a:off x="745679" y="2648810"/>
            <a:ext cx="100254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br>
              <a:rPr lang="en-US" altLang="ko-KR" sz="1200" dirty="0"/>
            </a:br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짧은 시간에 많은 요청이 예상되는 로직에 캐시를 적용하였습니다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반환하는 데이터가 변하지 않는 로직이기 때문에</a:t>
            </a:r>
            <a:r>
              <a:rPr lang="en-US" altLang="ko-KR" sz="1200" dirty="0"/>
              <a:t> </a:t>
            </a:r>
            <a:r>
              <a:rPr lang="ko-KR" altLang="en-US" sz="1200" dirty="0"/>
              <a:t>별도의 캐시 서버가 필요하지 않습니다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예시</a:t>
            </a:r>
            <a:r>
              <a:rPr lang="en-US" altLang="ko-KR" sz="1200" dirty="0"/>
              <a:t>) </a:t>
            </a:r>
            <a:r>
              <a:rPr lang="ko-KR" altLang="en-US" sz="1200" dirty="0"/>
              <a:t>방송이 시작한 후에는 판매 중인 상품이 변동되지 않습니다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판매 상품을 반환해주는 로직은 항상 같은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90926F1-839D-D9A7-12B2-7097A4552B6E}"/>
              </a:ext>
            </a:extLst>
          </p:cNvPr>
          <p:cNvSpPr/>
          <p:nvPr/>
        </p:nvSpPr>
        <p:spPr>
          <a:xfrm>
            <a:off x="4855421" y="519760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로드밸런서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128BDB-EDA6-1728-0D48-FD81F15BC8E1}"/>
              </a:ext>
            </a:extLst>
          </p:cNvPr>
          <p:cNvSpPr/>
          <p:nvPr/>
        </p:nvSpPr>
        <p:spPr>
          <a:xfrm>
            <a:off x="3018877" y="4620595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51B0AD-16E9-FDA8-5C3A-286FD21CFB43}"/>
              </a:ext>
            </a:extLst>
          </p:cNvPr>
          <p:cNvSpPr/>
          <p:nvPr/>
        </p:nvSpPr>
        <p:spPr>
          <a:xfrm>
            <a:off x="2573353" y="5905959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8FB22AF-06D5-3D90-2FAC-07375A3509E9}"/>
              </a:ext>
            </a:extLst>
          </p:cNvPr>
          <p:cNvSpPr/>
          <p:nvPr/>
        </p:nvSpPr>
        <p:spPr>
          <a:xfrm>
            <a:off x="3018877" y="6044134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8C806B2-4987-9D2D-3964-10EEAECC20CF}"/>
              </a:ext>
            </a:extLst>
          </p:cNvPr>
          <p:cNvSpPr/>
          <p:nvPr/>
        </p:nvSpPr>
        <p:spPr>
          <a:xfrm>
            <a:off x="2573354" y="520179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6FBC387-17B4-29CC-4492-E4285F960117}"/>
              </a:ext>
            </a:extLst>
          </p:cNvPr>
          <p:cNvSpPr/>
          <p:nvPr/>
        </p:nvSpPr>
        <p:spPr>
          <a:xfrm>
            <a:off x="3018877" y="5339968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6519F8B-0ED4-084E-AAFB-E47A67D512AB}"/>
              </a:ext>
            </a:extLst>
          </p:cNvPr>
          <p:cNvCxnSpPr>
            <a:cxnSpLocks/>
          </p:cNvCxnSpPr>
          <p:nvPr/>
        </p:nvCxnSpPr>
        <p:spPr>
          <a:xfrm flipH="1">
            <a:off x="3674374" y="5478714"/>
            <a:ext cx="10569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A5C0297-BE99-CDDF-75FA-BBDE839C52B0}"/>
              </a:ext>
            </a:extLst>
          </p:cNvPr>
          <p:cNvCxnSpPr>
            <a:cxnSpLocks/>
          </p:cNvCxnSpPr>
          <p:nvPr/>
        </p:nvCxnSpPr>
        <p:spPr>
          <a:xfrm flipH="1">
            <a:off x="3727520" y="5678893"/>
            <a:ext cx="1070247" cy="4210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686CDD0-5C34-5D1B-B253-5791578F388C}"/>
              </a:ext>
            </a:extLst>
          </p:cNvPr>
          <p:cNvCxnSpPr>
            <a:cxnSpLocks/>
          </p:cNvCxnSpPr>
          <p:nvPr/>
        </p:nvCxnSpPr>
        <p:spPr>
          <a:xfrm flipH="1" flipV="1">
            <a:off x="3727520" y="4897325"/>
            <a:ext cx="1065831" cy="416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153E43-E22C-AA92-B965-AA77ECB4173A}"/>
              </a:ext>
            </a:extLst>
          </p:cNvPr>
          <p:cNvSpPr txBox="1"/>
          <p:nvPr/>
        </p:nvSpPr>
        <p:spPr>
          <a:xfrm>
            <a:off x="745679" y="2328907"/>
            <a:ext cx="110939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인메모리 데이터베이스</a:t>
            </a:r>
            <a:r>
              <a:rPr lang="en-US" altLang="ko-KR" sz="1400" b="1" dirty="0"/>
              <a:t>(Memcached)</a:t>
            </a:r>
            <a:r>
              <a:rPr lang="ko-KR" altLang="en-US" sz="1400" b="1" dirty="0"/>
              <a:t>를 이용한 캐시</a:t>
            </a:r>
            <a:endParaRPr lang="en-US" altLang="ko-KR" sz="1400" b="1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974AA33-48C2-6B25-2978-25A52E3EB56C}"/>
              </a:ext>
            </a:extLst>
          </p:cNvPr>
          <p:cNvSpPr/>
          <p:nvPr/>
        </p:nvSpPr>
        <p:spPr>
          <a:xfrm>
            <a:off x="7228674" y="519760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클라이언트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270F86B-03DC-3261-6FDD-9DB17C834FA7}"/>
              </a:ext>
            </a:extLst>
          </p:cNvPr>
          <p:cNvCxnSpPr>
            <a:cxnSpLocks/>
          </p:cNvCxnSpPr>
          <p:nvPr/>
        </p:nvCxnSpPr>
        <p:spPr>
          <a:xfrm flipH="1">
            <a:off x="6047627" y="5478714"/>
            <a:ext cx="10569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6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5451</TotalTime>
  <Words>1622</Words>
  <Application>Microsoft Office PowerPoint</Application>
  <PresentationFormat>와이드스크린</PresentationFormat>
  <Paragraphs>329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373</cp:revision>
  <dcterms:created xsi:type="dcterms:W3CDTF">2021-09-02T08:00:50Z</dcterms:created>
  <dcterms:modified xsi:type="dcterms:W3CDTF">2022-05-10T16:43:31Z</dcterms:modified>
</cp:coreProperties>
</file>