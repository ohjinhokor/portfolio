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1" r:id="rId6"/>
    <p:sldId id="265" r:id="rId7"/>
    <p:sldId id="266" r:id="rId8"/>
    <p:sldId id="267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8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2021-12-27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ohjinhoko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864324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797490" y="5857194"/>
            <a:ext cx="33945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기술 스택 </a:t>
            </a:r>
            <a:r>
              <a:rPr lang="en-US" altLang="ko-KR" sz="1100" b="1" dirty="0"/>
              <a:t>: Java, Spring, </a:t>
            </a:r>
            <a:r>
              <a:rPr lang="en-US" altLang="ko-KR" sz="1100" b="1" dirty="0" err="1"/>
              <a:t>Springboot</a:t>
            </a:r>
            <a:r>
              <a:rPr lang="en-US" altLang="ko-KR" sz="1100" b="1" dirty="0"/>
              <a:t>, MVC, JPA</a:t>
            </a:r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4"/>
              </a:rPr>
              <a:t>https://github.com/ohjinhokor</a:t>
            </a:r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452700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773922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0113" y="37923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5266" y="255095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Validation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47267" y="712689"/>
            <a:ext cx="576680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Http Header</a:t>
            </a:r>
            <a:r>
              <a:rPr lang="ko-KR" altLang="en-US" sz="1200" b="1" dirty="0"/>
              <a:t>와 미들웨어를 사용하여 유효성 검사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100" dirty="0"/>
              <a:t>HTTP header</a:t>
            </a:r>
            <a:r>
              <a:rPr lang="ko-KR" altLang="en-US" sz="1100" dirty="0"/>
              <a:t>를 사용하여 클라이언트로부터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와 </a:t>
            </a: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을 받아옵니다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user_id</a:t>
            </a:r>
            <a:r>
              <a:rPr lang="ko-KR" altLang="en-US" sz="1100" dirty="0"/>
              <a:t>를 추출하여 해당 </a:t>
            </a:r>
            <a:r>
              <a:rPr lang="en-US" altLang="ko-KR" sz="1100" dirty="0"/>
              <a:t>user</a:t>
            </a:r>
            <a:r>
              <a:rPr lang="ko-KR" altLang="en-US" sz="1100" dirty="0"/>
              <a:t>가 </a:t>
            </a:r>
            <a:r>
              <a:rPr lang="en-US" altLang="ko-KR" sz="1100" dirty="0"/>
              <a:t>header</a:t>
            </a:r>
            <a:r>
              <a:rPr lang="ko-KR" altLang="en-US" sz="1100" dirty="0"/>
              <a:t>에 들어있는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를 </a:t>
            </a:r>
            <a:r>
              <a:rPr lang="en-US" altLang="ko-KR" sz="1100" dirty="0"/>
              <a:t>pk</a:t>
            </a:r>
            <a:r>
              <a:rPr lang="ko-KR" altLang="en-US" sz="1100" dirty="0"/>
              <a:t>로 갖는 </a:t>
            </a:r>
            <a:r>
              <a:rPr lang="en-US" altLang="ko-KR" sz="1100" dirty="0"/>
              <a:t>store</a:t>
            </a:r>
            <a:r>
              <a:rPr lang="ko-KR" altLang="en-US" sz="1100" dirty="0"/>
              <a:t>에 접근 권한이 있는지 확인합니다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있다면 </a:t>
            </a:r>
            <a:r>
              <a:rPr lang="en-US" altLang="ko-KR" sz="1100" dirty="0"/>
              <a:t>user</a:t>
            </a:r>
            <a:r>
              <a:rPr lang="ko-KR" altLang="en-US" sz="1100" dirty="0"/>
              <a:t>는 해당 음식점의 메뉴 삭제</a:t>
            </a:r>
            <a:r>
              <a:rPr lang="en-US" altLang="ko-KR" sz="1100" dirty="0"/>
              <a:t>, </a:t>
            </a:r>
            <a:r>
              <a:rPr lang="ko-KR" altLang="en-US" sz="1100" dirty="0"/>
              <a:t>옵션 변경 등 음식점의 세부사항을 변경할 수 있습니다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없다면 해당 로직을 이용할 수 없습니다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13896" y="379082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13896" y="4286323"/>
            <a:ext cx="5766807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반환합니다</a:t>
            </a:r>
            <a:r>
              <a:rPr lang="en-US" altLang="ko-KR" sz="1200" dirty="0"/>
              <a:t>.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토큰의 유효시간을 확인합니다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15052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231156" y="3621227"/>
            <a:ext cx="18659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874340" y="5200300"/>
            <a:ext cx="11388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548635" y="648532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536501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333714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494670" y="5876340"/>
            <a:ext cx="1897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750034" y="5579208"/>
            <a:ext cx="1572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로그아웃이 되어 있지 않다면 </a:t>
            </a:r>
            <a:endParaRPr lang="en-US" altLang="ko-KR" sz="800" dirty="0"/>
          </a:p>
          <a:p>
            <a:pPr algn="ctr"/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095183" y="389003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116609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01600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1385334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14843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94814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7" y="238744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/>
              <a:t>API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12555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96282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350057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자동화를 통해 성능을 개선하였습니다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배포까지의 모든 프로세스에 참여하였습니다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커피를 미리 결재하고 받아 갈 수 있는 원거리 결재 시스템을 개발 중에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1331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00897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5508467"/>
            <a:ext cx="303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성능 개선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1900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D2204507-3F39-437E-BB11-2FE8FBEFBB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598" y="2402297"/>
            <a:ext cx="2172928" cy="3759713"/>
          </a:xfrm>
          <a:prstGeom prst="rect">
            <a:avLst/>
          </a:prstGeom>
        </p:spPr>
      </p:pic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CC4ED2A3-ECC2-4ACA-BE35-A6F0BB9834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612" y="2269488"/>
            <a:ext cx="2279686" cy="3892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5554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43126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888858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27" y="374018"/>
            <a:ext cx="2676088" cy="3174662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814" y="374018"/>
            <a:ext cx="2484533" cy="3174662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734340"/>
            <a:ext cx="127155" cy="11094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3610202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4076554"/>
            <a:ext cx="5766807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b="1" dirty="0"/>
              <a:t>&lt;</a:t>
            </a:r>
            <a:r>
              <a:rPr lang="ko-KR" altLang="en-US" sz="1200" b="1" dirty="0" err="1"/>
              <a:t>리팩토링</a:t>
            </a:r>
            <a:r>
              <a:rPr lang="ko-KR" altLang="en-US" sz="1200" b="1" dirty="0"/>
              <a:t> 결과</a:t>
            </a:r>
            <a:r>
              <a:rPr lang="en-US" altLang="ko-KR" sz="1200" b="1" dirty="0"/>
              <a:t>&gt; </a:t>
            </a:r>
            <a:r>
              <a:rPr lang="ko-KR" altLang="en-US" sz="1200" b="1" dirty="0"/>
              <a:t>로직 수행 시간이 </a:t>
            </a:r>
            <a:r>
              <a:rPr lang="en-US" altLang="ko-KR" sz="1200" b="1" dirty="0"/>
              <a:t>1561ms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-&gt; 213ms</a:t>
            </a:r>
            <a:r>
              <a:rPr lang="ko-KR" altLang="en-US" sz="1200" b="1" dirty="0"/>
              <a:t>로 줄어드는 성능 향상을 보였습니다</a:t>
            </a:r>
            <a:endParaRPr lang="en-US" altLang="ko-KR" sz="1200" b="1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632836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569851" y="2837948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수업 프로젝트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101995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세상 소리</a:t>
            </a:r>
            <a:r>
              <a:rPr lang="en-US" altLang="ko-KR" sz="2200" b="1" dirty="0"/>
              <a:t>(</a:t>
            </a:r>
            <a:r>
              <a:rPr lang="ko-KR" altLang="en-US" sz="2200" b="1" dirty="0" err="1"/>
              <a:t>저시력자와</a:t>
            </a:r>
            <a:r>
              <a:rPr lang="ko-KR" altLang="en-US" sz="2200" b="1" dirty="0"/>
              <a:t> 시각 장애인을 위한 뉴스 제공 서비스</a:t>
            </a:r>
            <a:r>
              <a:rPr lang="en-US" altLang="ko-KR" sz="2200" b="1" dirty="0"/>
              <a:t>)</a:t>
            </a:r>
            <a:endParaRPr lang="ko-KR" altLang="en-US" sz="22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20402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8901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2259512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09 ~ 2021.12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88947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76469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93667" y="3168601"/>
            <a:ext cx="5468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TTS </a:t>
            </a:r>
            <a:r>
              <a:rPr lang="ko-KR" altLang="en-US" sz="1400" dirty="0"/>
              <a:t>라이브러리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JsonObject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77275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61841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6" y="4002801"/>
            <a:ext cx="531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저시력자와</a:t>
            </a:r>
            <a:r>
              <a:rPr lang="ko-KR" altLang="en-US" sz="1200" dirty="0"/>
              <a:t> 시각 장애인을 위해 뉴스를 제공하는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뉴스를 음성으로 출력해주는 기능을 구현하였습니다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 내용을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형태의 파일로 제공합니다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34105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21692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7" y="5654832"/>
            <a:ext cx="46705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TTS </a:t>
            </a:r>
            <a:r>
              <a:rPr lang="ko-KR" altLang="en-US" sz="1200" dirty="0"/>
              <a:t>라이브러리를 통해 뉴스 내용을 음성 파일로 변경 및 저장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뉴스 본문을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형식으로 저장 </a:t>
            </a:r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B26878E0-79CA-488B-9669-81429086C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2102233"/>
            <a:ext cx="4454554" cy="2666673"/>
          </a:xfrm>
          <a:prstGeom prst="rect">
            <a:avLst/>
          </a:prstGeom>
        </p:spPr>
      </p:pic>
      <p:pic>
        <p:nvPicPr>
          <p:cNvPr id="10" name="그림 9" descr="텍스트, 클립아트, 스크린샷이(가) 표시된 사진&#10;&#10;자동 생성된 설명">
            <a:extLst>
              <a:ext uri="{FF2B5EF4-FFF2-40B4-BE49-F238E27FC236}">
                <a16:creationId xmlns:a16="http://schemas.microsoft.com/office/drawing/2014/main" id="{0371FB54-97D3-491F-972A-447EA7E9DD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4711473"/>
            <a:ext cx="4454554" cy="173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76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웹 </a:t>
            </a:r>
            <a:r>
              <a:rPr lang="ko-KR" altLang="en-US" sz="1800" b="1" dirty="0" err="1"/>
              <a:t>크롤링</a:t>
            </a:r>
            <a:r>
              <a:rPr lang="ko-KR" altLang="en-US" sz="1800" b="1" dirty="0"/>
              <a:t> 및 음성 파일로 변환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1035246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뉴스 내용을 음성 파일로 저장하는 기능입니다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통해 </a:t>
            </a:r>
            <a:r>
              <a:rPr lang="en-US" altLang="ko-KR" sz="1200" dirty="0"/>
              <a:t>59</a:t>
            </a:r>
            <a:r>
              <a:rPr lang="ko-KR" altLang="en-US" sz="1200" dirty="0"/>
              <a:t>분마다 뉴스 내용을 갱신합니다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/>
              <a:t>TTS </a:t>
            </a:r>
            <a:r>
              <a:rPr lang="ko-KR" altLang="en-US" sz="1200" dirty="0"/>
              <a:t>라이브러리를 통해 해당 데이터를 음성 파일로 변경 한 후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092069"/>
            <a:ext cx="127155" cy="11233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2967932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점자 변환 및 </a:t>
            </a:r>
            <a:r>
              <a:rPr lang="en-US" altLang="ko-KR" sz="1800" b="1" dirty="0"/>
              <a:t>Json </a:t>
            </a:r>
            <a:r>
              <a:rPr lang="ko-KR" altLang="en-US" b="1" dirty="0"/>
              <a:t>형식의</a:t>
            </a:r>
            <a:r>
              <a:rPr lang="ko-KR" altLang="en-US" sz="1800" b="1" dirty="0"/>
              <a:t> 파일로 </a:t>
            </a:r>
            <a:r>
              <a:rPr lang="ko-KR" altLang="en-US" b="1" dirty="0"/>
              <a:t>저장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3425526"/>
            <a:ext cx="576680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점자 프린팅을 위해 뉴스 내용을 점자로 변환한 후 그 내용을 </a:t>
            </a:r>
            <a:r>
              <a:rPr lang="en-US" altLang="ko-KR" sz="1200" b="1" dirty="0"/>
              <a:t>Json</a:t>
            </a:r>
            <a:r>
              <a:rPr lang="ko-KR" altLang="en-US" sz="1200" b="1" dirty="0"/>
              <a:t>형태의 파일로 제공합니다</a:t>
            </a:r>
            <a:r>
              <a:rPr lang="en-US" altLang="ko-KR" sz="1200" b="1" dirty="0"/>
              <a:t>.</a:t>
            </a:r>
          </a:p>
          <a:p>
            <a:endParaRPr lang="en-US" altLang="ko-KR" sz="1200" b="1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Jsoup</a:t>
            </a:r>
            <a:r>
              <a:rPr lang="ko-KR" altLang="en-US" sz="1200" dirty="0"/>
              <a:t> 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모든 글자를 자</a:t>
            </a:r>
            <a:r>
              <a:rPr lang="en-US" altLang="ko-KR" sz="1200" dirty="0"/>
              <a:t>,</a:t>
            </a:r>
            <a:r>
              <a:rPr lang="ko-KR" altLang="en-US" sz="1200" dirty="0"/>
              <a:t>모음으로 분리합니다</a:t>
            </a:r>
            <a:r>
              <a:rPr lang="en-US" altLang="ko-KR" sz="1200" dirty="0"/>
              <a:t>.   ex) </a:t>
            </a:r>
            <a:r>
              <a:rPr lang="ko-KR" altLang="en-US" sz="1200" dirty="0"/>
              <a:t>진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ㅈ</a:t>
            </a:r>
            <a:r>
              <a:rPr lang="en-US" altLang="ko-KR" sz="1200" dirty="0"/>
              <a:t>’, ’</a:t>
            </a:r>
            <a:r>
              <a:rPr lang="ko-KR" altLang="en-US" sz="1200" dirty="0" err="1"/>
              <a:t>ㅣ</a:t>
            </a:r>
            <a:r>
              <a:rPr lang="en-US" altLang="ko-KR" sz="1200" dirty="0"/>
              <a:t>’, ’</a:t>
            </a:r>
            <a:r>
              <a:rPr lang="ko-KR" altLang="en-US" sz="1200" dirty="0"/>
              <a:t>ㄴ</a:t>
            </a:r>
            <a:r>
              <a:rPr lang="en-US" altLang="ko-KR" sz="1200" dirty="0"/>
              <a:t>‘   </a:t>
            </a:r>
            <a:r>
              <a:rPr lang="ko-KR" altLang="en-US" sz="1200" dirty="0"/>
              <a:t>가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ㄱ</a:t>
            </a:r>
            <a:r>
              <a:rPr lang="en-US" altLang="ko-KR" sz="1200" dirty="0"/>
              <a:t>’,’</a:t>
            </a:r>
            <a:r>
              <a:rPr lang="ko-KR" altLang="en-US" sz="1200" dirty="0" err="1"/>
              <a:t>ㅏ</a:t>
            </a:r>
            <a:r>
              <a:rPr lang="en-US" altLang="ko-KR" sz="1200" dirty="0"/>
              <a:t>’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분리 된 글자들을 연결리스트에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연결리스트 안의 모든 글자들을 점자로 변환합니다</a:t>
            </a:r>
            <a:r>
              <a:rPr lang="en-US" altLang="ko-KR" sz="1200" dirty="0"/>
              <a:t>(</a:t>
            </a:r>
            <a:r>
              <a:rPr lang="ko-KR" altLang="en-US" sz="1200" dirty="0"/>
              <a:t>이 부분은 하드코딩으로 구현하였습니다</a:t>
            </a:r>
            <a:r>
              <a:rPr lang="en-US" altLang="ko-KR" sz="1200" dirty="0"/>
              <a:t>.)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JsonObject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이용해 정해진 형식의 </a:t>
            </a:r>
            <a:r>
              <a:rPr lang="en-US" altLang="ko-KR" sz="1200" dirty="0"/>
              <a:t>Json</a:t>
            </a:r>
            <a:r>
              <a:rPr lang="ko-KR" altLang="en-US" sz="1200" dirty="0"/>
              <a:t>파일로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Json </a:t>
            </a:r>
            <a:r>
              <a:rPr lang="ko-KR" altLang="en-US" sz="1200" dirty="0"/>
              <a:t>파일을 통해 점자 데이터를 포함한 한글로 된 기사 제목과 내용</a:t>
            </a:r>
            <a:r>
              <a:rPr lang="en-US" altLang="ko-KR" sz="1200" dirty="0"/>
              <a:t>, </a:t>
            </a:r>
            <a:r>
              <a:rPr lang="ko-KR" altLang="en-US" sz="1200" dirty="0"/>
              <a:t>기사 </a:t>
            </a:r>
            <a:r>
              <a:rPr lang="en-US" altLang="ko-KR" sz="1200" dirty="0"/>
              <a:t>URL </a:t>
            </a:r>
            <a:r>
              <a:rPr lang="ko-KR" altLang="en-US" sz="1200" dirty="0"/>
              <a:t>등을 제공합니다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3180081-2131-4AD4-AAC6-BDEA10746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3883565"/>
            <a:ext cx="5164846" cy="2043996"/>
          </a:xfrm>
          <a:prstGeom prst="rect">
            <a:avLst/>
          </a:prstGeom>
        </p:spPr>
      </p:pic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D2FC6C61-BBA3-455E-8D68-C96E46F1C0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269504"/>
            <a:ext cx="3620449" cy="6670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2F117BA-29F2-49AC-BC8F-D5A2FD7589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989863"/>
            <a:ext cx="3780094" cy="1351321"/>
          </a:xfrm>
          <a:prstGeom prst="rect">
            <a:avLst/>
          </a:prstGeom>
        </p:spPr>
      </p:pic>
      <p:pic>
        <p:nvPicPr>
          <p:cNvPr id="14" name="그림 13" descr="텍스트이(가) 표시된 사진&#10;&#10;자동 생성된 설명">
            <a:extLst>
              <a:ext uri="{FF2B5EF4-FFF2-40B4-BE49-F238E27FC236}">
                <a16:creationId xmlns:a16="http://schemas.microsoft.com/office/drawing/2014/main" id="{393855A3-0DCD-4A77-B0DA-5642484835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173661"/>
            <a:ext cx="3620450" cy="7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76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 err="1"/>
              <a:t>리팩토링</a:t>
            </a:r>
            <a:r>
              <a:rPr lang="ko-KR" altLang="en-US" sz="1800" b="1" dirty="0"/>
              <a:t> 예정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019445" y="1035246"/>
            <a:ext cx="576680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</a:t>
            </a:r>
            <a:r>
              <a:rPr lang="ko-KR" altLang="en-US" sz="1200" dirty="0"/>
              <a:t>세상 소리 프로젝트는 수업 시간에 처음 만난 학우분들과 진행한 프로젝트 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</a:t>
            </a:r>
            <a:r>
              <a:rPr lang="ko-KR" altLang="en-US" sz="1200" dirty="0"/>
              <a:t>객체지향에 익숙하지 않은 학우들도 있었기에 </a:t>
            </a:r>
            <a:r>
              <a:rPr lang="ko-KR" altLang="en-US" sz="1200" b="1" dirty="0"/>
              <a:t>절차 지향적</a:t>
            </a:r>
            <a:r>
              <a:rPr lang="ko-KR" altLang="en-US" sz="1200" dirty="0"/>
              <a:t>으로 코드가 작성 되었습니다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12</a:t>
            </a:r>
            <a:r>
              <a:rPr lang="ko-KR" altLang="en-US" sz="1200" dirty="0"/>
              <a:t>월 이후 </a:t>
            </a:r>
            <a:r>
              <a:rPr lang="ko-KR" altLang="en-US" sz="1200" b="1" dirty="0"/>
              <a:t>객체 지향적인 </a:t>
            </a:r>
            <a:r>
              <a:rPr lang="ko-KR" altLang="en-US" sz="1200" b="1" dirty="0" err="1"/>
              <a:t>아키텍쳐</a:t>
            </a:r>
            <a:r>
              <a:rPr lang="ko-KR" altLang="en-US" sz="1200" dirty="0" err="1"/>
              <a:t>로</a:t>
            </a:r>
            <a:r>
              <a:rPr lang="ko-KR" altLang="en-US" sz="1200" b="1" dirty="0"/>
              <a:t> </a:t>
            </a:r>
            <a:r>
              <a:rPr lang="ko-KR" altLang="en-US" sz="1200" dirty="0" err="1"/>
              <a:t>리팩토링할</a:t>
            </a:r>
            <a:r>
              <a:rPr lang="ko-KR" altLang="en-US" sz="1200" dirty="0"/>
              <a:t> 계획입니다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3031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1721</TotalTime>
  <Words>905</Words>
  <Application>Microsoft Office PowerPoint</Application>
  <PresentationFormat>와이드스크린</PresentationFormat>
  <Paragraphs>163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97</cp:revision>
  <dcterms:created xsi:type="dcterms:W3CDTF">2021-09-02T08:00:50Z</dcterms:created>
  <dcterms:modified xsi:type="dcterms:W3CDTF">2021-12-27T06:42:08Z</dcterms:modified>
</cp:coreProperties>
</file>