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10" Type="http://schemas.openxmlformats.org/officeDocument/2006/relationships/image" Target="../media/image23.JPG"/><Relationship Id="rId4" Type="http://schemas.openxmlformats.org/officeDocument/2006/relationships/image" Target="../media/image17.JPG"/><Relationship Id="rId9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797490" y="5857194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MVC, 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407799"/>
            <a:ext cx="3039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952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82831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294668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되는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792227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997339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7510666" y="2333663"/>
            <a:ext cx="45257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To. </a:t>
            </a:r>
            <a:r>
              <a:rPr lang="ko-KR" altLang="en-US" sz="1200" dirty="0"/>
              <a:t>스타트업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PPT</a:t>
            </a:r>
            <a:r>
              <a:rPr lang="ko-KR" altLang="en-US" sz="1200" dirty="0"/>
              <a:t>에 있는 프로젝트에서는 </a:t>
            </a:r>
            <a:r>
              <a:rPr lang="en-US" altLang="ko-KR" sz="1200" dirty="0"/>
              <a:t>JPA</a:t>
            </a:r>
            <a:r>
              <a:rPr lang="ko-KR" altLang="en-US" sz="1200" dirty="0"/>
              <a:t>를 사용하지 않았지만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개발 커뮤니티 과제와 개인 공부를 통해 꾸준히 </a:t>
            </a:r>
            <a:r>
              <a:rPr lang="en-US" altLang="ko-KR" sz="1200" dirty="0"/>
              <a:t>Spring</a:t>
            </a:r>
            <a:r>
              <a:rPr lang="ko-KR" altLang="en-US" sz="1200" dirty="0"/>
              <a:t>과 </a:t>
            </a:r>
            <a:r>
              <a:rPr lang="en-US" altLang="ko-KR" sz="1200" dirty="0"/>
              <a:t>JPA</a:t>
            </a:r>
            <a:r>
              <a:rPr lang="ko-KR" altLang="en-US" sz="1200" dirty="0"/>
              <a:t>를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Pagination,</a:t>
            </a:r>
            <a:r>
              <a:rPr lang="ko-KR" altLang="en-US" sz="1200" dirty="0"/>
              <a:t> 기본 </a:t>
            </a:r>
            <a:r>
              <a:rPr lang="en-US" altLang="ko-KR" sz="1200" dirty="0"/>
              <a:t>CRUD,</a:t>
            </a:r>
            <a:r>
              <a:rPr lang="ko-KR" altLang="en-US" sz="1200" dirty="0"/>
              <a:t> 테스트코드</a:t>
            </a:r>
            <a:r>
              <a:rPr lang="en-US" altLang="ko-KR" sz="1200" dirty="0"/>
              <a:t>, Validation, </a:t>
            </a:r>
            <a:r>
              <a:rPr lang="ko-KR" altLang="en-US" sz="1200" dirty="0"/>
              <a:t>예외처리 등의 과제를 </a:t>
            </a:r>
            <a:r>
              <a:rPr lang="en-US" altLang="ko-KR" sz="1200" dirty="0"/>
              <a:t>Spring, JPA, Junit</a:t>
            </a:r>
            <a:r>
              <a:rPr lang="ko-KR" altLang="en-US" sz="1200" dirty="0"/>
              <a:t>을 통해 수행했습니다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AA8C0361-B87C-4823-AE08-B692377F2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04" y="1200995"/>
            <a:ext cx="2105225" cy="40196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3A286C2-7D87-4850-8DD1-F2615D623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223" y="5403147"/>
            <a:ext cx="1151565" cy="11297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0667FC-2D28-4D7B-91F6-2D1D782CC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47" y="5414332"/>
            <a:ext cx="1078938" cy="1098980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8EFBDC47-EC56-4F0C-97EA-C38FCF6621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899" y="5414331"/>
            <a:ext cx="1229405" cy="10989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E5D048-78A0-4757-B361-0E3E4A49E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240" y="5459806"/>
            <a:ext cx="1152006" cy="104025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CB9C867-3CD4-490E-82DF-16567F38F0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6448" y="5416399"/>
            <a:ext cx="1152006" cy="112976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764E354-B5F5-4F46-910E-648CD765D8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030" y="5414330"/>
            <a:ext cx="1078938" cy="10989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2795709-9F0F-47E0-8BEF-13B80E58638C}"/>
              </a:ext>
            </a:extLst>
          </p:cNvPr>
          <p:cNvSpPr txBox="1"/>
          <p:nvPr/>
        </p:nvSpPr>
        <p:spPr>
          <a:xfrm>
            <a:off x="7510667" y="5121971"/>
            <a:ext cx="45257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성숙한 </a:t>
            </a:r>
            <a:r>
              <a:rPr lang="ko-KR" altLang="en-US" sz="1200" dirty="0" err="1"/>
              <a:t>백엔드</a:t>
            </a:r>
            <a:r>
              <a:rPr lang="ko-KR" altLang="en-US" sz="1200" dirty="0"/>
              <a:t> 개발을 위해 네트워크 지식과 </a:t>
            </a:r>
            <a:r>
              <a:rPr lang="en-US" altLang="ko-KR" sz="1200" dirty="0"/>
              <a:t>Infra </a:t>
            </a:r>
            <a:r>
              <a:rPr lang="ko-KR" altLang="en-US" sz="1200" dirty="0"/>
              <a:t>지식도 함께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EC2,</a:t>
            </a:r>
            <a:r>
              <a:rPr lang="ko-KR" altLang="en-US" sz="1200" dirty="0"/>
              <a:t> </a:t>
            </a:r>
            <a:r>
              <a:rPr lang="en-US" altLang="ko-KR" sz="1200" dirty="0"/>
              <a:t>S3, RDS</a:t>
            </a:r>
            <a:r>
              <a:rPr lang="ko-KR" altLang="en-US" sz="1200" dirty="0"/>
              <a:t>를 이용하여 배포를 진행한 경험이 있으며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강의와 스터디를 통해 </a:t>
            </a:r>
            <a:r>
              <a:rPr lang="en-US" altLang="ko-KR" sz="1200" dirty="0"/>
              <a:t>ELB, VPC </a:t>
            </a:r>
            <a:r>
              <a:rPr lang="ko-KR" altLang="en-US" sz="1200" dirty="0"/>
              <a:t>및 </a:t>
            </a:r>
            <a:r>
              <a:rPr lang="en-US" altLang="ko-KR" sz="1200" dirty="0"/>
              <a:t>Subnet, Auto Scaling</a:t>
            </a:r>
            <a:r>
              <a:rPr lang="ko-KR" altLang="en-US" sz="1200" dirty="0"/>
              <a:t>등 </a:t>
            </a:r>
            <a:r>
              <a:rPr lang="en-US" altLang="ko-KR" sz="1200" dirty="0"/>
              <a:t>AWS</a:t>
            </a:r>
            <a:r>
              <a:rPr lang="ko-KR" altLang="en-US" sz="1200" dirty="0"/>
              <a:t>의 기능을 학습하였습니다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75F76C79-09EB-40E5-B5F0-377D51C4CB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530" y="1200993"/>
            <a:ext cx="2351258" cy="4019667"/>
          </a:xfrm>
          <a:prstGeom prst="rect">
            <a:avLst/>
          </a:prstGeom>
        </p:spPr>
      </p:pic>
      <p:pic>
        <p:nvPicPr>
          <p:cNvPr id="21" name="그림 20" descr="텍스트이(가) 표시된 사진&#10;&#10;자동 생성된 설명">
            <a:extLst>
              <a:ext uri="{FF2B5EF4-FFF2-40B4-BE49-F238E27FC236}">
                <a16:creationId xmlns:a16="http://schemas.microsoft.com/office/drawing/2014/main" id="{730407ED-4FFA-401A-BC62-1AC3406D2E3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508" y="1200996"/>
            <a:ext cx="2351258" cy="40196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0EFEF0-35E8-4582-9ED6-7921DEC19CDD}"/>
              </a:ext>
            </a:extLst>
          </p:cNvPr>
          <p:cNvSpPr txBox="1"/>
          <p:nvPr/>
        </p:nvSpPr>
        <p:spPr>
          <a:xfrm>
            <a:off x="1108655" y="825311"/>
            <a:ext cx="808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Junit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8E3120-2920-44DA-9E8F-857FBE8F6E83}"/>
              </a:ext>
            </a:extLst>
          </p:cNvPr>
          <p:cNvSpPr txBox="1"/>
          <p:nvPr/>
        </p:nvSpPr>
        <p:spPr>
          <a:xfrm>
            <a:off x="3502488" y="794730"/>
            <a:ext cx="539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JPA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4E7AFE-A260-43E2-A358-E345781E2CE8}"/>
              </a:ext>
            </a:extLst>
          </p:cNvPr>
          <p:cNvSpPr txBox="1"/>
          <p:nvPr/>
        </p:nvSpPr>
        <p:spPr>
          <a:xfrm>
            <a:off x="5814945" y="794730"/>
            <a:ext cx="97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예외 처리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9505CD-71D2-4D6D-A13A-2DDE704E3F8C}"/>
              </a:ext>
            </a:extLst>
          </p:cNvPr>
          <p:cNvSpPr txBox="1"/>
          <p:nvPr/>
        </p:nvSpPr>
        <p:spPr>
          <a:xfrm>
            <a:off x="265159" y="158098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개인 공부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</TotalTime>
  <Words>990</Words>
  <Application>Microsoft Office PowerPoint</Application>
  <PresentationFormat>와이드스크린</PresentationFormat>
  <Paragraphs>180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87</cp:revision>
  <dcterms:created xsi:type="dcterms:W3CDTF">2021-09-02T08:00:50Z</dcterms:created>
  <dcterms:modified xsi:type="dcterms:W3CDTF">2021-12-16T11:33:45Z</dcterms:modified>
</cp:coreProperties>
</file>