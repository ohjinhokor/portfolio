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8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2021-09-14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2021-09-14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3019124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숭실대학교 </a:t>
            </a:r>
            <a:r>
              <a:rPr lang="en-US" altLang="ko-KR" sz="1400" dirty="0"/>
              <a:t>IT</a:t>
            </a:r>
            <a:r>
              <a:rPr lang="ko-KR" altLang="en-US" sz="1400" dirty="0"/>
              <a:t>대학 글로벌미디어학부</a:t>
            </a:r>
            <a:r>
              <a:rPr lang="en-US" altLang="ko-KR" sz="1400" dirty="0"/>
              <a:t>(2016.03 ~)</a:t>
            </a:r>
            <a:endParaRPr lang="ko-KR" altLang="en-US" sz="1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3821362"/>
            <a:ext cx="62788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숭실대학교 창업지원단 소속 </a:t>
            </a:r>
            <a:r>
              <a:rPr lang="ko-KR" altLang="en-US" sz="1400" dirty="0" err="1"/>
              <a:t>온더브릿지</a:t>
            </a:r>
            <a:r>
              <a:rPr lang="ko-KR" altLang="en-US" sz="1400" dirty="0"/>
              <a:t> </a:t>
            </a:r>
            <a:r>
              <a:rPr lang="ko-KR" altLang="en-US" sz="1400" dirty="0" err="1"/>
              <a:t>백엔드</a:t>
            </a:r>
            <a:r>
              <a:rPr lang="ko-KR" altLang="en-US" sz="1400" dirty="0"/>
              <a:t> 개발자</a:t>
            </a:r>
            <a:r>
              <a:rPr lang="en-US" altLang="ko-KR" sz="1400" dirty="0"/>
              <a:t>(2021. 04 ~ 2021.08)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979170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Arial Rounded MT Bold" panose="020F0704030504030204" pitchFamily="34" charset="0"/>
              </a:rPr>
              <a:t>Hello</a:t>
            </a:r>
            <a:r>
              <a:rPr lang="ko-KR" altLang="en-US" sz="2800" dirty="0">
                <a:latin typeface="Arial Rounded MT Bold" panose="020F0704030504030204" pitchFamily="34" charset="0"/>
              </a:rPr>
              <a:t> </a:t>
            </a:r>
            <a:r>
              <a:rPr lang="en-US" altLang="ko-KR" sz="2800" dirty="0">
                <a:latin typeface="Arial Rounded MT Bold" panose="020F0704030504030204" pitchFamily="34" charset="0"/>
              </a:rPr>
              <a:t>World</a:t>
            </a:r>
            <a:endParaRPr lang="ko-KR" altLang="en-US" sz="28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9537025" y="6069568"/>
            <a:ext cx="26549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r>
              <a:rPr lang="en-US" altLang="ko-KR" sz="1100" dirty="0" err="1"/>
              <a:t>Github</a:t>
            </a:r>
            <a:r>
              <a:rPr lang="en-US" altLang="ko-KR" sz="1100" dirty="0"/>
              <a:t>: https://github.com/ohjinhokor</a:t>
            </a:r>
            <a:endParaRPr lang="ko-KR" alt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B441CB-CDA3-4A7C-A5FD-40C627D20663}"/>
              </a:ext>
            </a:extLst>
          </p:cNvPr>
          <p:cNvSpPr txBox="1"/>
          <p:nvPr/>
        </p:nvSpPr>
        <p:spPr>
          <a:xfrm>
            <a:off x="9537025" y="5822337"/>
            <a:ext cx="376260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/>
              <a:t>사용 기술</a:t>
            </a:r>
            <a:r>
              <a:rPr lang="en-US" altLang="ko-KR" sz="1050" dirty="0"/>
              <a:t>: Java, </a:t>
            </a:r>
            <a:r>
              <a:rPr lang="en-US" altLang="ko-KR" sz="1050" dirty="0" err="1"/>
              <a:t>SpringBoot</a:t>
            </a:r>
            <a:r>
              <a:rPr lang="en-US" altLang="ko-KR" sz="1050" dirty="0"/>
              <a:t>, </a:t>
            </a:r>
            <a:r>
              <a:rPr lang="en-US" altLang="ko-KR" sz="1050" dirty="0" err="1"/>
              <a:t>Jpa</a:t>
            </a:r>
            <a:r>
              <a:rPr lang="en-US" altLang="ko-KR" sz="1050" dirty="0"/>
              <a:t>, MVC</a:t>
            </a:r>
            <a:endParaRPr lang="ko-KR" altLang="en-US" sz="105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587924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753717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A3C594-E819-4733-BEA5-254BD6422031}"/>
              </a:ext>
            </a:extLst>
          </p:cNvPr>
          <p:cNvSpPr txBox="1"/>
          <p:nvPr/>
        </p:nvSpPr>
        <p:spPr>
          <a:xfrm>
            <a:off x="5783580" y="3420243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숭실대학교 </a:t>
            </a:r>
            <a:r>
              <a:rPr lang="en-US" altLang="ko-KR" sz="1400" dirty="0"/>
              <a:t>HCI</a:t>
            </a:r>
            <a:r>
              <a:rPr lang="ko-KR" altLang="en-US" sz="1400" dirty="0"/>
              <a:t>연구실 </a:t>
            </a:r>
            <a:r>
              <a:rPr lang="ko-KR" altLang="en-US" sz="1400" dirty="0" err="1"/>
              <a:t>백엔드</a:t>
            </a:r>
            <a:r>
              <a:rPr lang="ko-KR" altLang="en-US" sz="1400" dirty="0"/>
              <a:t> 개발자</a:t>
            </a:r>
            <a:r>
              <a:rPr lang="en-US" altLang="ko-KR" sz="1400" dirty="0"/>
              <a:t>(2021.03 ~)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43EDF2CB-CF81-42EF-B014-8F9575E6F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2790824"/>
            <a:ext cx="3892161" cy="36702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5799" y="295260"/>
            <a:ext cx="561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숭실대학교 창업지원단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On the Bridge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85799" y="1809763"/>
            <a:ext cx="4562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프로젝트 명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잇츠로드</a:t>
            </a:r>
            <a:endParaRPr lang="ko-KR" altLang="en-US" sz="24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177291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162282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1992155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04 ~ 2021. 08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270506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255496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305915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TypeScript, </a:t>
            </a:r>
            <a:r>
              <a:rPr lang="en-US" altLang="ko-KR" sz="1400" dirty="0" err="1"/>
              <a:t>NestJs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Typeorm</a:t>
            </a:r>
            <a:r>
              <a:rPr lang="en-US" altLang="ko-KR" sz="1400" dirty="0"/>
              <a:t>, MVC, </a:t>
            </a:r>
            <a:r>
              <a:rPr lang="en-US" altLang="ko-KR" sz="1400" dirty="0" err="1"/>
              <a:t>MariaDb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371446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356436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117681" y="4008025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음식점 모바일 오더 서비스 기능입니다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손님이 음식점에 입장하여 </a:t>
            </a:r>
            <a:r>
              <a:rPr lang="en-US" altLang="ko-KR" sz="1200" dirty="0"/>
              <a:t>QR</a:t>
            </a:r>
            <a:r>
              <a:rPr lang="ko-KR" altLang="en-US" sz="1200" dirty="0"/>
              <a:t>코드를 통해 음식을 주문하면 가게 사장님이 카운터에서 주문한 음식을 바로 확인할 수 있는 아이템입니다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상세 설명 </a:t>
            </a:r>
            <a:r>
              <a:rPr lang="en-US" altLang="ko-KR" sz="1200" dirty="0"/>
              <a:t>: </a:t>
            </a:r>
            <a:r>
              <a:rPr lang="en-US" altLang="ko-KR" sz="1100" dirty="0"/>
              <a:t>https://maze-warlock-8d1.notion.site/965c208d24004a28a3e50bc30fe22d7c</a:t>
            </a:r>
            <a:endParaRPr lang="ko-KR" altLang="en-US" sz="11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5385270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523517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5604509"/>
            <a:ext cx="5766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음식점 등록 및 </a:t>
            </a:r>
            <a:r>
              <a:rPr lang="ko-KR" altLang="en-US" sz="1200" dirty="0" err="1"/>
              <a:t>메뉴판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작성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로그인 기능 구현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2842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직사각형 64">
            <a:extLst>
              <a:ext uri="{FF2B5EF4-FFF2-40B4-BE49-F238E27FC236}">
                <a16:creationId xmlns:a16="http://schemas.microsoft.com/office/drawing/2014/main" id="{6FF8432A-69DB-46F7-8190-427FF91B9998}"/>
              </a:ext>
            </a:extLst>
          </p:cNvPr>
          <p:cNvSpPr/>
          <p:nvPr/>
        </p:nvSpPr>
        <p:spPr>
          <a:xfrm>
            <a:off x="5194170" y="2978270"/>
            <a:ext cx="746760" cy="375682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D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B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71231B8-EF14-414A-AC59-EA7768C23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30" y="868306"/>
            <a:ext cx="5004506" cy="1445557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123918" y="47142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39071" y="347284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미들웨어 사용</a:t>
            </a:r>
            <a:endParaRPr lang="en-US" altLang="ko-KR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51072" y="804878"/>
            <a:ext cx="576680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해당 서비스의 </a:t>
            </a:r>
            <a:r>
              <a:rPr lang="ko-KR" altLang="en-US" sz="1200" b="1" dirty="0"/>
              <a:t>보안</a:t>
            </a:r>
            <a:r>
              <a:rPr lang="ko-KR" altLang="en-US" sz="1200" dirty="0"/>
              <a:t>을 위해 </a:t>
            </a:r>
            <a:r>
              <a:rPr lang="ko-KR" altLang="en-US" sz="1200" b="1" dirty="0"/>
              <a:t>미들웨어</a:t>
            </a:r>
            <a:r>
              <a:rPr lang="ko-KR" altLang="en-US" sz="1200" dirty="0"/>
              <a:t>를 이용하였습니다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HTTP header</a:t>
            </a:r>
            <a:r>
              <a:rPr lang="ko-KR" altLang="en-US" sz="1200" dirty="0"/>
              <a:t>를 사용하여 클라이언트로부터 </a:t>
            </a:r>
            <a:r>
              <a:rPr lang="en-US" altLang="ko-KR" sz="1200" dirty="0" err="1"/>
              <a:t>store_id</a:t>
            </a:r>
            <a:r>
              <a:rPr lang="ko-KR" altLang="en-US" sz="1200" dirty="0"/>
              <a:t>와 </a:t>
            </a:r>
            <a:r>
              <a:rPr lang="en-US" altLang="ko-KR" sz="1200" dirty="0"/>
              <a:t>JWT(</a:t>
            </a:r>
            <a:r>
              <a:rPr lang="ko-KR" altLang="en-US" sz="1200" dirty="0"/>
              <a:t>토큰</a:t>
            </a:r>
            <a:r>
              <a:rPr lang="en-US" altLang="ko-KR" sz="1200" dirty="0"/>
              <a:t>)</a:t>
            </a:r>
            <a:r>
              <a:rPr lang="ko-KR" altLang="en-US" sz="1200" dirty="0"/>
              <a:t>을 받아옵니다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JWT(</a:t>
            </a:r>
            <a:r>
              <a:rPr lang="ko-KR" altLang="en-US" sz="1200" dirty="0"/>
              <a:t>토큰</a:t>
            </a:r>
            <a:r>
              <a:rPr lang="en-US" altLang="ko-KR" sz="1200" dirty="0"/>
              <a:t>)</a:t>
            </a:r>
            <a:r>
              <a:rPr lang="ko-KR" altLang="en-US" sz="1200" dirty="0"/>
              <a:t>에서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를 추출하여 해당 </a:t>
            </a:r>
            <a:r>
              <a:rPr lang="en-US" altLang="ko-KR" sz="1200" dirty="0"/>
              <a:t>user</a:t>
            </a:r>
            <a:r>
              <a:rPr lang="ko-KR" altLang="en-US" sz="1200" dirty="0"/>
              <a:t>가 </a:t>
            </a:r>
            <a:r>
              <a:rPr lang="en-US" altLang="ko-KR" sz="1200" dirty="0"/>
              <a:t>header</a:t>
            </a:r>
            <a:r>
              <a:rPr lang="ko-KR" altLang="en-US" sz="1200" dirty="0"/>
              <a:t>에 들어있는 </a:t>
            </a:r>
            <a:r>
              <a:rPr lang="en-US" altLang="ko-KR" sz="1200" dirty="0" err="1"/>
              <a:t>store_id</a:t>
            </a:r>
            <a:r>
              <a:rPr lang="ko-KR" altLang="en-US" sz="1200" dirty="0"/>
              <a:t>를 </a:t>
            </a:r>
            <a:r>
              <a:rPr lang="en-US" altLang="ko-KR" sz="1200" dirty="0"/>
              <a:t>pk</a:t>
            </a:r>
            <a:r>
              <a:rPr lang="ko-KR" altLang="en-US" sz="1200" dirty="0"/>
              <a:t>값으로 갖는 </a:t>
            </a:r>
            <a:r>
              <a:rPr lang="en-US" altLang="ko-KR" sz="1200" dirty="0"/>
              <a:t>store</a:t>
            </a:r>
            <a:r>
              <a:rPr lang="ko-KR" altLang="en-US" sz="1200" dirty="0"/>
              <a:t>에 접근 권한이 있는지 확인합니다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권한이 있다면 </a:t>
            </a:r>
            <a:r>
              <a:rPr lang="en-US" altLang="ko-KR" sz="1200" dirty="0"/>
              <a:t>user</a:t>
            </a:r>
            <a:r>
              <a:rPr lang="ko-KR" altLang="en-US" sz="1200" dirty="0"/>
              <a:t>는 해당 음식점의 메뉴 삭제</a:t>
            </a:r>
            <a:r>
              <a:rPr lang="en-US" altLang="ko-KR" sz="1200" dirty="0"/>
              <a:t>, </a:t>
            </a:r>
            <a:r>
              <a:rPr lang="ko-KR" altLang="en-US" sz="1200" dirty="0"/>
              <a:t>옵션 변경 등 음식점의 세부사항을 변경할 수 있습니다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AE805891-8B5B-4D37-806E-00D7EC22661A}"/>
              </a:ext>
            </a:extLst>
          </p:cNvPr>
          <p:cNvSpPr/>
          <p:nvPr/>
        </p:nvSpPr>
        <p:spPr>
          <a:xfrm>
            <a:off x="6123917" y="3113338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339070" y="298920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JWT</a:t>
            </a:r>
            <a:r>
              <a:rPr lang="ko-KR" altLang="en-US" b="1" dirty="0"/>
              <a:t> 인증 사용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251072" y="3570931"/>
            <a:ext cx="5766807" cy="3493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Token</a:t>
            </a:r>
            <a:r>
              <a:rPr lang="ko-KR" altLang="en-US" sz="1300" dirty="0"/>
              <a:t>이 </a:t>
            </a:r>
            <a:r>
              <a:rPr lang="ko-KR" altLang="en-US" sz="1300" b="1" dirty="0"/>
              <a:t>탈취</a:t>
            </a:r>
            <a:r>
              <a:rPr lang="ko-KR" altLang="en-US" sz="1300" dirty="0"/>
              <a:t> 될 위험이 있기에</a:t>
            </a:r>
            <a:r>
              <a:rPr lang="en-US" altLang="ko-KR" sz="1300" dirty="0"/>
              <a:t>, Refresh token</a:t>
            </a:r>
            <a:r>
              <a:rPr lang="ko-KR" altLang="en-US" sz="1300" dirty="0"/>
              <a:t>의 </a:t>
            </a:r>
            <a:r>
              <a:rPr lang="en-US" altLang="ko-KR" sz="1300" b="1" dirty="0"/>
              <a:t>index</a:t>
            </a:r>
            <a:r>
              <a:rPr lang="ko-KR" altLang="en-US" sz="1300" dirty="0"/>
              <a:t>값으로 로직을 수행하도록 설계하였습니다</a:t>
            </a:r>
            <a:r>
              <a:rPr lang="en-US" altLang="ko-KR" sz="1300" dirty="0"/>
              <a:t>.</a:t>
            </a:r>
          </a:p>
          <a:p>
            <a:endParaRPr lang="en-US" altLang="ko-KR" sz="950" dirty="0"/>
          </a:p>
          <a:p>
            <a:pPr marL="228600" indent="-228600">
              <a:buAutoNum type="arabicPeriod"/>
            </a:pPr>
            <a:r>
              <a:rPr lang="ko-KR" altLang="en-US" sz="950" dirty="0"/>
              <a:t>로그인 시에 </a:t>
            </a:r>
            <a:r>
              <a:rPr lang="en-US" altLang="ko-KR" sz="950" dirty="0"/>
              <a:t>Access token</a:t>
            </a:r>
            <a:r>
              <a:rPr lang="ko-KR" altLang="en-US" sz="950" dirty="0"/>
              <a:t>과 </a:t>
            </a:r>
            <a:r>
              <a:rPr lang="en-US" altLang="ko-KR" sz="950" dirty="0"/>
              <a:t>Refresh token</a:t>
            </a:r>
            <a:r>
              <a:rPr lang="ko-KR" altLang="en-US" sz="950" dirty="0"/>
              <a:t>을 함께 발급합니다</a:t>
            </a:r>
            <a:r>
              <a:rPr lang="en-US" altLang="ko-KR" sz="950" dirty="0"/>
              <a:t>. </a:t>
            </a:r>
            <a:r>
              <a:rPr lang="ko-KR" altLang="en-US" sz="950" dirty="0"/>
              <a:t>서버의 </a:t>
            </a:r>
            <a:r>
              <a:rPr lang="en-US" altLang="ko-KR" sz="950" dirty="0"/>
              <a:t>Refresh Token</a:t>
            </a:r>
            <a:r>
              <a:rPr lang="ko-KR" altLang="en-US" sz="950" dirty="0"/>
              <a:t>의 저장위치는 </a:t>
            </a:r>
            <a:r>
              <a:rPr lang="en-US" altLang="ko-KR" sz="950" dirty="0"/>
              <a:t>DB</a:t>
            </a:r>
            <a:r>
              <a:rPr lang="ko-KR" altLang="en-US" sz="950" dirty="0"/>
              <a:t>로 하였습니다</a:t>
            </a:r>
            <a:endParaRPr lang="en-US" altLang="ko-KR" sz="950" dirty="0"/>
          </a:p>
          <a:p>
            <a:pPr marL="228600" indent="-228600">
              <a:buAutoNum type="arabicPeriod"/>
            </a:pPr>
            <a:endParaRPr lang="en-US" altLang="ko-KR" sz="950" dirty="0"/>
          </a:p>
          <a:p>
            <a:pPr marL="228600" indent="-228600">
              <a:buAutoNum type="arabicPeriod"/>
            </a:pPr>
            <a:r>
              <a:rPr lang="en-US" altLang="ko-KR" sz="950" dirty="0"/>
              <a:t>Response </a:t>
            </a:r>
            <a:r>
              <a:rPr lang="ko-KR" altLang="en-US" sz="950" dirty="0"/>
              <a:t>값으로 </a:t>
            </a:r>
            <a:r>
              <a:rPr lang="en-US" altLang="ko-KR" sz="950" dirty="0"/>
              <a:t>Access token</a:t>
            </a:r>
            <a:r>
              <a:rPr lang="ko-KR" altLang="en-US" sz="950" dirty="0"/>
              <a:t>과 </a:t>
            </a:r>
            <a:r>
              <a:rPr lang="en-US" altLang="ko-KR" sz="950" dirty="0"/>
              <a:t>‘Refresh token</a:t>
            </a:r>
            <a:r>
              <a:rPr lang="ko-KR" altLang="en-US" sz="950" dirty="0"/>
              <a:t>의 </a:t>
            </a:r>
            <a:r>
              <a:rPr lang="en-US" altLang="ko-KR" sz="950" dirty="0"/>
              <a:t>index’ </a:t>
            </a:r>
            <a:r>
              <a:rPr lang="ko-KR" altLang="en-US" sz="950" dirty="0"/>
              <a:t>값을 반환합니다</a:t>
            </a:r>
            <a:r>
              <a:rPr lang="en-US" altLang="ko-KR" sz="950" dirty="0"/>
              <a:t>. Index</a:t>
            </a:r>
            <a:r>
              <a:rPr lang="ko-KR" altLang="en-US" sz="950" dirty="0"/>
              <a:t>값은 각 </a:t>
            </a:r>
            <a:r>
              <a:rPr lang="en-US" altLang="ko-KR" sz="950" dirty="0"/>
              <a:t>Refresh token</a:t>
            </a:r>
            <a:r>
              <a:rPr lang="ko-KR" altLang="en-US" sz="950" dirty="0"/>
              <a:t>의 </a:t>
            </a:r>
            <a:r>
              <a:rPr lang="en-US" altLang="ko-KR" sz="950" dirty="0"/>
              <a:t>pk</a:t>
            </a:r>
            <a:r>
              <a:rPr lang="ko-KR" altLang="en-US" sz="950" dirty="0"/>
              <a:t>입니다</a:t>
            </a:r>
            <a:r>
              <a:rPr lang="en-US" altLang="ko-KR" sz="950" dirty="0"/>
              <a:t>.</a:t>
            </a:r>
          </a:p>
          <a:p>
            <a:pPr marL="228600" indent="-228600">
              <a:buAutoNum type="arabicPeriod"/>
            </a:pPr>
            <a:endParaRPr lang="en-US" altLang="ko-KR" sz="950" dirty="0"/>
          </a:p>
          <a:p>
            <a:pPr marL="228600" indent="-228600">
              <a:buAutoNum type="arabicPeriod"/>
            </a:pPr>
            <a:r>
              <a:rPr lang="en-US" altLang="ko-KR" sz="950" dirty="0"/>
              <a:t>Access token</a:t>
            </a:r>
            <a:r>
              <a:rPr lang="ko-KR" altLang="en-US" sz="950" dirty="0"/>
              <a:t>에 한시간의 유효시간을 부여합니다</a:t>
            </a:r>
            <a:r>
              <a:rPr lang="en-US" altLang="ko-KR" sz="950" dirty="0"/>
              <a:t>. Access token</a:t>
            </a:r>
            <a:r>
              <a:rPr lang="ko-KR" altLang="en-US" sz="950" dirty="0"/>
              <a:t>의 유효시간이 지나지 않았다면</a:t>
            </a:r>
            <a:r>
              <a:rPr lang="en-US" altLang="ko-KR" sz="950" dirty="0"/>
              <a:t>, Access token</a:t>
            </a:r>
            <a:r>
              <a:rPr lang="ko-KR" altLang="en-US" sz="950" dirty="0"/>
              <a:t>을 통하여 비즈니스 로직을 수행 가능합니다</a:t>
            </a:r>
            <a:r>
              <a:rPr lang="en-US" altLang="ko-KR" sz="950" dirty="0"/>
              <a:t>.</a:t>
            </a:r>
          </a:p>
          <a:p>
            <a:pPr marL="228600" indent="-228600">
              <a:buAutoNum type="arabicPeriod"/>
            </a:pPr>
            <a:endParaRPr lang="en-US" altLang="ko-KR" sz="950" dirty="0"/>
          </a:p>
          <a:p>
            <a:pPr marL="228600" indent="-228600">
              <a:buAutoNum type="arabicPeriod"/>
            </a:pPr>
            <a:r>
              <a:rPr lang="en-US" altLang="ko-KR" sz="950" dirty="0"/>
              <a:t>Access</a:t>
            </a:r>
            <a:r>
              <a:rPr lang="ko-KR" altLang="en-US" sz="950" dirty="0"/>
              <a:t> </a:t>
            </a:r>
            <a:r>
              <a:rPr lang="en-US" altLang="ko-KR" sz="950" dirty="0"/>
              <a:t>token</a:t>
            </a:r>
            <a:r>
              <a:rPr lang="ko-KR" altLang="en-US" sz="950" dirty="0"/>
              <a:t>의 유효기간이 지났다면</a:t>
            </a:r>
            <a:r>
              <a:rPr lang="en-US" altLang="ko-KR" sz="950" dirty="0"/>
              <a:t>, Access token</a:t>
            </a:r>
            <a:r>
              <a:rPr lang="ko-KR" altLang="en-US" sz="950" dirty="0"/>
              <a:t>의 </a:t>
            </a:r>
            <a:r>
              <a:rPr lang="en-US" altLang="ko-KR" sz="950" dirty="0" err="1"/>
              <a:t>user_id</a:t>
            </a:r>
            <a:r>
              <a:rPr lang="ko-KR" altLang="en-US" sz="950" dirty="0"/>
              <a:t>와 </a:t>
            </a:r>
            <a:r>
              <a:rPr lang="en-US" altLang="ko-KR" sz="950" dirty="0"/>
              <a:t>Refresh token</a:t>
            </a:r>
            <a:r>
              <a:rPr lang="ko-KR" altLang="en-US" sz="950" dirty="0"/>
              <a:t>의 </a:t>
            </a:r>
            <a:r>
              <a:rPr lang="en-US" altLang="ko-KR" sz="950" dirty="0" err="1"/>
              <a:t>user_id</a:t>
            </a:r>
            <a:r>
              <a:rPr lang="ko-KR" altLang="en-US" sz="950" dirty="0"/>
              <a:t>의 동일 여부를 확인합니다</a:t>
            </a:r>
            <a:r>
              <a:rPr lang="en-US" altLang="ko-KR" sz="950" dirty="0"/>
              <a:t>. </a:t>
            </a:r>
            <a:r>
              <a:rPr lang="ko-KR" altLang="en-US" sz="950" dirty="0"/>
              <a:t>다르다면 해킹을 시도했을 가능성이 있기에 </a:t>
            </a:r>
            <a:r>
              <a:rPr lang="en-US" altLang="ko-KR" sz="950" dirty="0"/>
              <a:t>DB</a:t>
            </a:r>
            <a:r>
              <a:rPr lang="ko-KR" altLang="en-US" sz="950" dirty="0"/>
              <a:t>에서 </a:t>
            </a:r>
            <a:r>
              <a:rPr lang="ko-KR" altLang="en-US" sz="950" dirty="0" err="1"/>
              <a:t>리프레쉬토큰을</a:t>
            </a:r>
            <a:r>
              <a:rPr lang="ko-KR" altLang="en-US" sz="950" dirty="0"/>
              <a:t> 삭제하는 로직을 만들었습니다</a:t>
            </a:r>
            <a:r>
              <a:rPr lang="en-US" altLang="ko-KR" sz="950" dirty="0"/>
              <a:t>.</a:t>
            </a:r>
          </a:p>
          <a:p>
            <a:pPr marL="228600" indent="-228600">
              <a:buAutoNum type="arabicPeriod"/>
            </a:pPr>
            <a:endParaRPr lang="en-US" altLang="ko-KR" sz="950" dirty="0"/>
          </a:p>
          <a:p>
            <a:pPr marL="228600" indent="-228600">
              <a:buAutoNum type="arabicPeriod"/>
            </a:pPr>
            <a:r>
              <a:rPr lang="en-US" altLang="ko-KR" sz="950" dirty="0"/>
              <a:t>Refresh Token</a:t>
            </a:r>
            <a:r>
              <a:rPr lang="ko-KR" altLang="en-US" sz="950" dirty="0"/>
              <a:t>의 유효기간이 남았다면 </a:t>
            </a:r>
            <a:r>
              <a:rPr lang="en-US" altLang="ko-KR" sz="950" dirty="0"/>
              <a:t>Access Token</a:t>
            </a:r>
            <a:r>
              <a:rPr lang="ko-KR" altLang="en-US" sz="950" dirty="0"/>
              <a:t>과 </a:t>
            </a:r>
            <a:r>
              <a:rPr lang="en-US" altLang="ko-KR" sz="950" dirty="0"/>
              <a:t>Refresh Token</a:t>
            </a:r>
            <a:r>
              <a:rPr lang="ko-KR" altLang="en-US" sz="950" dirty="0"/>
              <a:t>을 재발급 해줍니다</a:t>
            </a:r>
            <a:r>
              <a:rPr lang="en-US" altLang="ko-KR" sz="950" dirty="0"/>
              <a:t>.</a:t>
            </a:r>
          </a:p>
          <a:p>
            <a:pPr marL="228600" indent="-228600">
              <a:buAutoNum type="arabicPeriod"/>
            </a:pPr>
            <a:endParaRPr lang="en-US" altLang="ko-KR" sz="950" dirty="0"/>
          </a:p>
          <a:p>
            <a:pPr marL="228600" indent="-228600">
              <a:buAutoNum type="arabicPeriod"/>
            </a:pPr>
            <a:r>
              <a:rPr lang="en-US" altLang="ko-KR" sz="950" dirty="0"/>
              <a:t>Refresh Token</a:t>
            </a:r>
            <a:r>
              <a:rPr lang="ko-KR" altLang="en-US" sz="950" dirty="0"/>
              <a:t>이 유효기간이 남아있지 않다면</a:t>
            </a:r>
            <a:r>
              <a:rPr lang="en-US" altLang="ko-KR" sz="950" dirty="0"/>
              <a:t>, DB</a:t>
            </a:r>
            <a:r>
              <a:rPr lang="ko-KR" altLang="en-US" sz="950" dirty="0"/>
              <a:t>에서 </a:t>
            </a:r>
            <a:r>
              <a:rPr lang="ko-KR" altLang="en-US" sz="950" dirty="0" err="1"/>
              <a:t>리프레쉬</a:t>
            </a:r>
            <a:r>
              <a:rPr lang="ko-KR" altLang="en-US" sz="950" dirty="0"/>
              <a:t> 토큰을 삭제하고 다시 로그인 할 것을 요청합니다</a:t>
            </a:r>
            <a:r>
              <a:rPr lang="en-US" altLang="ko-KR" sz="950" dirty="0"/>
              <a:t>.</a:t>
            </a:r>
            <a:r>
              <a:rPr lang="ko-KR" altLang="en-US" sz="950" dirty="0"/>
              <a:t> </a:t>
            </a:r>
            <a:endParaRPr lang="en-US" altLang="ko-KR" sz="95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190500" y="2989203"/>
            <a:ext cx="746760" cy="37568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 flipV="1">
            <a:off x="1396566" y="3219385"/>
            <a:ext cx="1644990" cy="75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C926871-C8E7-4F71-A999-B8FB00500DBF}"/>
              </a:ext>
            </a:extLst>
          </p:cNvPr>
          <p:cNvSpPr/>
          <p:nvPr/>
        </p:nvSpPr>
        <p:spPr>
          <a:xfrm>
            <a:off x="3211529" y="2989201"/>
            <a:ext cx="746760" cy="37568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A21AD5-84C3-4E87-9334-AD8AA4CD9D27}"/>
              </a:ext>
            </a:extLst>
          </p:cNvPr>
          <p:cNvSpPr txBox="1"/>
          <p:nvPr/>
        </p:nvSpPr>
        <p:spPr>
          <a:xfrm>
            <a:off x="3403430" y="3943331"/>
            <a:ext cx="4572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</a:t>
            </a:r>
          </a:p>
          <a:p>
            <a:r>
              <a:rPr lang="en-US" altLang="ko-KR" dirty="0"/>
              <a:t>E</a:t>
            </a:r>
          </a:p>
          <a:p>
            <a:r>
              <a:rPr lang="en-US" altLang="ko-KR" dirty="0"/>
              <a:t>R</a:t>
            </a:r>
          </a:p>
          <a:p>
            <a:r>
              <a:rPr lang="en-US" altLang="ko-KR" dirty="0"/>
              <a:t>V</a:t>
            </a:r>
          </a:p>
          <a:p>
            <a:r>
              <a:rPr lang="en-US" altLang="ko-KR" dirty="0"/>
              <a:t>E</a:t>
            </a:r>
          </a:p>
          <a:p>
            <a:r>
              <a:rPr lang="en-US" altLang="ko-KR" dirty="0"/>
              <a:t>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392130" y="3935949"/>
            <a:ext cx="3393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C</a:t>
            </a:r>
          </a:p>
          <a:p>
            <a:r>
              <a:rPr lang="en-US" altLang="ko-KR" dirty="0"/>
              <a:t>L</a:t>
            </a:r>
          </a:p>
          <a:p>
            <a:r>
              <a:rPr lang="en-US" altLang="ko-KR" dirty="0"/>
              <a:t>I</a:t>
            </a:r>
          </a:p>
          <a:p>
            <a:r>
              <a:rPr lang="en-US" altLang="ko-KR" dirty="0"/>
              <a:t>E</a:t>
            </a:r>
          </a:p>
          <a:p>
            <a:r>
              <a:rPr lang="en-US" altLang="ko-KR" dirty="0"/>
              <a:t>N</a:t>
            </a:r>
          </a:p>
          <a:p>
            <a:r>
              <a:rPr lang="en-US" altLang="ko-KR" dirty="0"/>
              <a:t>T</a:t>
            </a:r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1969457" y="2952820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796717" y="4090410"/>
            <a:ext cx="11231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851105" y="5612653"/>
            <a:ext cx="11779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4051076" y="3461538"/>
            <a:ext cx="11082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1396566" y="3544031"/>
            <a:ext cx="16449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822259" y="4469233"/>
            <a:ext cx="10720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080896" y="3311481"/>
            <a:ext cx="27654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‘Refresh token index’ </a:t>
            </a:r>
            <a:r>
              <a:rPr lang="ko-KR" altLang="en-US" sz="800" dirty="0"/>
              <a:t>반환</a:t>
            </a:r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8CE1AF0F-DA6E-4D8D-94E4-DC717BA2B6CA}"/>
              </a:ext>
            </a:extLst>
          </p:cNvPr>
          <p:cNvSpPr/>
          <p:nvPr/>
        </p:nvSpPr>
        <p:spPr>
          <a:xfrm>
            <a:off x="982398" y="5466164"/>
            <a:ext cx="746760" cy="75129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Access token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유효 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시간 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초과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860928" y="3871227"/>
            <a:ext cx="1092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675670" y="4248454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816869" y="5296715"/>
            <a:ext cx="13836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index</a:t>
            </a:r>
            <a:r>
              <a:rPr lang="ko-KR" altLang="en-US" sz="800" dirty="0"/>
              <a:t> 보냄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601F51DD-B283-437E-B7B7-8BFC5BC16EE9}"/>
              </a:ext>
            </a:extLst>
          </p:cNvPr>
          <p:cNvSpPr/>
          <p:nvPr/>
        </p:nvSpPr>
        <p:spPr>
          <a:xfrm>
            <a:off x="977867" y="3855115"/>
            <a:ext cx="746760" cy="75129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Access token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유효 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D7E5C492-1E55-4038-9239-B79532D7A1B7}"/>
              </a:ext>
            </a:extLst>
          </p:cNvPr>
          <p:cNvCxnSpPr>
            <a:cxnSpLocks/>
          </p:cNvCxnSpPr>
          <p:nvPr/>
        </p:nvCxnSpPr>
        <p:spPr>
          <a:xfrm flipH="1">
            <a:off x="1675670" y="6664127"/>
            <a:ext cx="13562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740160" y="6325573"/>
            <a:ext cx="13836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4016347" y="3110148"/>
            <a:ext cx="12021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4053369" y="5566725"/>
            <a:ext cx="11082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4018640" y="5215335"/>
            <a:ext cx="12021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Index</a:t>
            </a:r>
            <a:r>
              <a:rPr lang="ko-KR" altLang="en-US" sz="800" dirty="0">
                <a:solidFill>
                  <a:schemeClr val="tx1"/>
                </a:solidFill>
              </a:rPr>
              <a:t>를 이용하여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찾아옴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0EB731A6-60AE-484C-8B27-566D0299BF56}"/>
              </a:ext>
            </a:extLst>
          </p:cNvPr>
          <p:cNvSpPr/>
          <p:nvPr/>
        </p:nvSpPr>
        <p:spPr>
          <a:xfrm>
            <a:off x="2363351" y="5776211"/>
            <a:ext cx="2318009" cy="4486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AutoNum type="arabicPeriod"/>
            </a:pPr>
            <a:endParaRPr lang="en-US" altLang="ko-KR" sz="900" dirty="0">
              <a:solidFill>
                <a:schemeClr val="tx1"/>
              </a:solidFill>
            </a:endParaRPr>
          </a:p>
          <a:p>
            <a:pPr marL="342900" indent="-342900" algn="ctr">
              <a:buAutoNum type="arabicPeriod"/>
            </a:pP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1. Access token</a:t>
            </a:r>
            <a:r>
              <a:rPr lang="ko-KR" altLang="en-US" sz="900" dirty="0">
                <a:solidFill>
                  <a:schemeClr val="tx1"/>
                </a:solidFill>
              </a:rPr>
              <a:t>의 </a:t>
            </a:r>
            <a:r>
              <a:rPr lang="en-US" altLang="ko-KR" sz="900" dirty="0">
                <a:solidFill>
                  <a:schemeClr val="tx1"/>
                </a:solidFill>
              </a:rPr>
              <a:t>user id</a:t>
            </a:r>
            <a:r>
              <a:rPr lang="ko-KR" altLang="en-US" sz="900" dirty="0">
                <a:solidFill>
                  <a:schemeClr val="tx1"/>
                </a:solidFill>
              </a:rPr>
              <a:t>와 </a:t>
            </a:r>
            <a:r>
              <a:rPr lang="en-US" altLang="ko-KR" sz="900" dirty="0">
                <a:solidFill>
                  <a:schemeClr val="tx1"/>
                </a:solidFill>
              </a:rPr>
              <a:t>Refresh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token</a:t>
            </a:r>
            <a:r>
              <a:rPr lang="ko-KR" altLang="en-US" sz="900" dirty="0">
                <a:solidFill>
                  <a:schemeClr val="tx1"/>
                </a:solidFill>
              </a:rPr>
              <a:t>의 </a:t>
            </a:r>
            <a:r>
              <a:rPr lang="en-US" altLang="ko-KR" sz="900" dirty="0">
                <a:solidFill>
                  <a:schemeClr val="tx1"/>
                </a:solidFill>
              </a:rPr>
              <a:t>user id</a:t>
            </a:r>
            <a:r>
              <a:rPr lang="ko-KR" altLang="en-US" sz="900" dirty="0">
                <a:solidFill>
                  <a:schemeClr val="tx1"/>
                </a:solidFill>
              </a:rPr>
              <a:t>의 일치여부 확인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1. Refresh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token</a:t>
            </a:r>
            <a:r>
              <a:rPr lang="ko-KR" altLang="en-US" sz="900" dirty="0">
                <a:solidFill>
                  <a:schemeClr val="tx1"/>
                </a:solidFill>
              </a:rPr>
              <a:t>의 유효 시간 검사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endParaRPr lang="ko-KR" altLang="en-US" dirty="0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FD8ED34C-9469-4B54-91A8-3B05E9FC0FC0}"/>
              </a:ext>
            </a:extLst>
          </p:cNvPr>
          <p:cNvCxnSpPr/>
          <p:nvPr/>
        </p:nvCxnSpPr>
        <p:spPr>
          <a:xfrm>
            <a:off x="4818138" y="6185150"/>
            <a:ext cx="11569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3F76CE84-358F-4F57-9097-979C02F812BC}"/>
              </a:ext>
            </a:extLst>
          </p:cNvPr>
          <p:cNvSpPr txBox="1"/>
          <p:nvPr/>
        </p:nvSpPr>
        <p:spPr>
          <a:xfrm>
            <a:off x="4617432" y="5700398"/>
            <a:ext cx="15435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각 토큰의 </a:t>
            </a:r>
            <a:r>
              <a:rPr lang="en-US" altLang="ko-KR" sz="800" dirty="0"/>
              <a:t>user</a:t>
            </a:r>
            <a:r>
              <a:rPr lang="ko-KR" altLang="en-US" sz="800" dirty="0"/>
              <a:t> </a:t>
            </a:r>
            <a:r>
              <a:rPr lang="en-US" altLang="ko-KR" sz="800" dirty="0"/>
              <a:t>id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일치하지 않을 시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/>
              <a:t>Refresh</a:t>
            </a:r>
            <a:r>
              <a:rPr lang="ko-KR" altLang="en-US" sz="800" dirty="0"/>
              <a:t> </a:t>
            </a:r>
            <a:r>
              <a:rPr lang="en-US" altLang="ko-KR" sz="800" dirty="0"/>
              <a:t>token</a:t>
            </a:r>
            <a:r>
              <a:rPr lang="ko-KR" altLang="en-US" sz="800" dirty="0"/>
              <a:t> 삭제 요청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193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971CEF5-8310-4742-8AAB-1E9A5630DA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875" y="695130"/>
            <a:ext cx="4961357" cy="4081163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B910C608-A825-434C-9E62-E3AD5EDECFD4}"/>
              </a:ext>
            </a:extLst>
          </p:cNvPr>
          <p:cNvSpPr/>
          <p:nvPr/>
        </p:nvSpPr>
        <p:spPr>
          <a:xfrm>
            <a:off x="6298038" y="583125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555120-997F-4AD0-A5A9-BD4445C88F08}"/>
              </a:ext>
            </a:extLst>
          </p:cNvPr>
          <p:cNvSpPr txBox="1"/>
          <p:nvPr/>
        </p:nvSpPr>
        <p:spPr>
          <a:xfrm>
            <a:off x="6513191" y="45898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DB </a:t>
            </a:r>
            <a:r>
              <a:rPr lang="ko-KR" altLang="en-US" b="1" dirty="0"/>
              <a:t>테이블 설계</a:t>
            </a:r>
            <a:endParaRPr lang="en-US" altLang="ko-KR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19B312-A440-4A62-8B70-D1174CBD415B}"/>
              </a:ext>
            </a:extLst>
          </p:cNvPr>
          <p:cNvSpPr txBox="1"/>
          <p:nvPr/>
        </p:nvSpPr>
        <p:spPr>
          <a:xfrm>
            <a:off x="6425193" y="1067584"/>
            <a:ext cx="5766807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 err="1"/>
              <a:t>한명의</a:t>
            </a:r>
            <a:r>
              <a:rPr lang="ko-KR" altLang="en-US" sz="1200" dirty="0"/>
              <a:t> 유저는 많은 음식점을 가질 수 있습니다</a:t>
            </a:r>
            <a:endParaRPr lang="en-US" altLang="ko-KR" sz="1200" dirty="0"/>
          </a:p>
          <a:p>
            <a:r>
              <a:rPr lang="en-US" altLang="ko-KR" sz="1200" dirty="0"/>
              <a:t> - User(1) : Store(N)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한 개의 음식점은 많은 메뉴를 가질 수 있습니다</a:t>
            </a:r>
            <a:endParaRPr lang="en-US" altLang="ko-KR" sz="1200" dirty="0"/>
          </a:p>
          <a:p>
            <a:r>
              <a:rPr lang="en-US" altLang="ko-KR" sz="1200" dirty="0"/>
              <a:t> - Store(1) : menu(N)</a:t>
            </a:r>
          </a:p>
          <a:p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메뉴는 카테고리</a:t>
            </a:r>
            <a:r>
              <a:rPr lang="en-US" altLang="ko-KR" sz="1200" dirty="0"/>
              <a:t>,</a:t>
            </a:r>
            <a:r>
              <a:rPr lang="ko-KR" altLang="en-US" sz="1200" dirty="0"/>
              <a:t> 옵션</a:t>
            </a:r>
            <a:r>
              <a:rPr lang="en-US" altLang="ko-KR" sz="1200" dirty="0"/>
              <a:t>, </a:t>
            </a:r>
            <a:r>
              <a:rPr lang="ko-KR" altLang="en-US" sz="1200" dirty="0"/>
              <a:t>이벤트 속성을 가지고 있습니다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카테고리 예시</a:t>
            </a:r>
            <a:r>
              <a:rPr lang="en-US" altLang="ko-KR" sz="1200" dirty="0"/>
              <a:t>)</a:t>
            </a:r>
            <a:r>
              <a:rPr lang="ko-KR" altLang="en-US" sz="1200" dirty="0"/>
              <a:t> 면</a:t>
            </a:r>
            <a:r>
              <a:rPr lang="en-US" altLang="ko-KR" sz="1200" dirty="0"/>
              <a:t>, </a:t>
            </a:r>
            <a:r>
              <a:rPr lang="ko-KR" altLang="en-US" sz="1200" dirty="0"/>
              <a:t>밥</a:t>
            </a:r>
            <a:r>
              <a:rPr lang="en-US" altLang="ko-KR" sz="1200" dirty="0"/>
              <a:t>, </a:t>
            </a:r>
            <a:r>
              <a:rPr lang="ko-KR" altLang="en-US" sz="1200" dirty="0"/>
              <a:t>요리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옵션 예시</a:t>
            </a:r>
            <a:r>
              <a:rPr lang="en-US" altLang="ko-KR" sz="1200" dirty="0"/>
              <a:t>) </a:t>
            </a:r>
            <a:r>
              <a:rPr lang="ko-KR" altLang="en-US" sz="1200" dirty="0"/>
              <a:t>면 추가</a:t>
            </a:r>
            <a:r>
              <a:rPr lang="en-US" altLang="ko-KR" sz="1200" dirty="0"/>
              <a:t>, </a:t>
            </a:r>
            <a:r>
              <a:rPr lang="ko-KR" altLang="en-US" sz="1200" dirty="0"/>
              <a:t>양파 빼기 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이벤트 예시</a:t>
            </a:r>
            <a:r>
              <a:rPr lang="en-US" altLang="ko-KR" sz="1200" dirty="0"/>
              <a:t>) </a:t>
            </a:r>
            <a:r>
              <a:rPr lang="ko-KR" altLang="en-US" sz="1200" dirty="0"/>
              <a:t>점심 할인</a:t>
            </a:r>
            <a:r>
              <a:rPr lang="en-US" altLang="ko-KR" sz="1200" dirty="0"/>
              <a:t>, 10</a:t>
            </a:r>
            <a:r>
              <a:rPr lang="ko-KR" altLang="en-US" sz="1200" dirty="0"/>
              <a:t>월 할인</a:t>
            </a:r>
            <a:endParaRPr lang="en-US" altLang="ko-KR" sz="1200" dirty="0"/>
          </a:p>
          <a:p>
            <a:r>
              <a:rPr lang="en-US" altLang="ko-KR" sz="1200" dirty="0"/>
              <a:t> - Menu(N) : category(1) </a:t>
            </a:r>
          </a:p>
          <a:p>
            <a:r>
              <a:rPr lang="en-US" altLang="ko-KR" sz="1200" dirty="0"/>
              <a:t> - Menu(N) : option(N)</a:t>
            </a:r>
          </a:p>
          <a:p>
            <a:r>
              <a:rPr lang="en-US" altLang="ko-KR" sz="1200" dirty="0"/>
              <a:t> - Menu(N) : event(1)</a:t>
            </a:r>
          </a:p>
          <a:p>
            <a:endParaRPr lang="en-US" altLang="ko-KR" sz="1200" dirty="0"/>
          </a:p>
          <a:p>
            <a:r>
              <a:rPr lang="en-US" altLang="ko-KR" sz="1200" dirty="0"/>
              <a:t>4. </a:t>
            </a:r>
            <a:r>
              <a:rPr lang="ko-KR" altLang="en-US" sz="1200" dirty="0"/>
              <a:t>옵션은 옵션 그룹과 옵션으로 나뉜다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옵션 그룹 예시</a:t>
            </a:r>
            <a:r>
              <a:rPr lang="en-US" altLang="ko-KR" sz="1200" dirty="0"/>
              <a:t>) </a:t>
            </a:r>
            <a:r>
              <a:rPr lang="ko-KR" altLang="en-US" sz="1200" dirty="0"/>
              <a:t>양 변경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옵션 예시</a:t>
            </a:r>
            <a:r>
              <a:rPr lang="en-US" altLang="ko-KR" sz="1200" dirty="0"/>
              <a:t>) </a:t>
            </a:r>
            <a:r>
              <a:rPr lang="ko-KR" altLang="en-US" sz="1200" dirty="0"/>
              <a:t>면 많이</a:t>
            </a:r>
            <a:r>
              <a:rPr lang="en-US" altLang="ko-KR" sz="1200" dirty="0"/>
              <a:t>, </a:t>
            </a:r>
            <a:r>
              <a:rPr lang="ko-KR" altLang="en-US" sz="1200" dirty="0"/>
              <a:t>면 적게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5. </a:t>
            </a:r>
            <a:r>
              <a:rPr lang="ko-KR" altLang="en-US" sz="1200" dirty="0"/>
              <a:t>이벤트는 이벤트 그룹과 이벤트 특징으로 나뉜다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이벤트 그룹</a:t>
            </a:r>
            <a:r>
              <a:rPr lang="en-US" altLang="ko-KR" sz="1200" dirty="0"/>
              <a:t> </a:t>
            </a:r>
            <a:r>
              <a:rPr lang="ko-KR" altLang="en-US" sz="1200" dirty="0"/>
              <a:t>예시</a:t>
            </a:r>
            <a:r>
              <a:rPr lang="en-US" altLang="ko-KR" sz="1200" dirty="0"/>
              <a:t>) 10</a:t>
            </a:r>
            <a:r>
              <a:rPr lang="ko-KR" altLang="en-US" sz="1200" dirty="0"/>
              <a:t>월 할인</a:t>
            </a:r>
            <a:r>
              <a:rPr lang="en-US" altLang="ko-KR" sz="1200" dirty="0"/>
              <a:t>, </a:t>
            </a:r>
            <a:r>
              <a:rPr lang="ko-KR" altLang="en-US" sz="1200" dirty="0"/>
              <a:t>점심 할인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이벤트 특징 예시</a:t>
            </a:r>
            <a:r>
              <a:rPr lang="en-US" altLang="ko-KR" sz="1200" dirty="0"/>
              <a:t>) 1000</a:t>
            </a:r>
            <a:r>
              <a:rPr lang="ko-KR" altLang="en-US" sz="1200" dirty="0"/>
              <a:t>원 할인</a:t>
            </a:r>
            <a:r>
              <a:rPr lang="en-US" altLang="ko-KR" sz="1200" dirty="0"/>
              <a:t>, </a:t>
            </a:r>
            <a:r>
              <a:rPr lang="ko-KR" altLang="en-US" sz="1200" dirty="0"/>
              <a:t>군만두 서비스</a:t>
            </a:r>
            <a:r>
              <a:rPr lang="en-US" altLang="ko-KR" sz="1200" dirty="0"/>
              <a:t>, </a:t>
            </a:r>
            <a:r>
              <a:rPr lang="ko-KR" altLang="en-US" sz="1200" dirty="0"/>
              <a:t>현금 할인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DB</a:t>
            </a:r>
            <a:r>
              <a:rPr lang="ko-KR" altLang="en-US" sz="1200" dirty="0"/>
              <a:t> 보완 필요 부분</a:t>
            </a:r>
            <a:endParaRPr lang="en-US" altLang="ko-KR" sz="1200" dirty="0"/>
          </a:p>
          <a:p>
            <a:r>
              <a:rPr lang="en-US" altLang="ko-KR" sz="1200" dirty="0"/>
              <a:t> - N:N </a:t>
            </a:r>
            <a:r>
              <a:rPr lang="ko-KR" altLang="en-US" sz="1200" dirty="0"/>
              <a:t>관계를 사용하기 보다는 </a:t>
            </a:r>
            <a:r>
              <a:rPr lang="en-US" altLang="ko-KR" sz="1200" dirty="0"/>
              <a:t>N:1, 1:N</a:t>
            </a:r>
            <a:r>
              <a:rPr lang="ko-KR" altLang="en-US" sz="1200" dirty="0"/>
              <a:t>로 풀어서 사용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한 개의 메뉴가 여러 개의 </a:t>
            </a:r>
            <a:r>
              <a:rPr lang="en-US" altLang="ko-KR" sz="1200" dirty="0"/>
              <a:t>category, event</a:t>
            </a:r>
            <a:r>
              <a:rPr lang="ko-KR" altLang="en-US" sz="1200" dirty="0"/>
              <a:t>를 가질 수 있음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064137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778</TotalTime>
  <Words>698</Words>
  <Application>Microsoft Office PowerPoint</Application>
  <PresentationFormat>와이드스크린</PresentationFormat>
  <Paragraphs>112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26</cp:revision>
  <dcterms:created xsi:type="dcterms:W3CDTF">2021-09-02T08:00:50Z</dcterms:created>
  <dcterms:modified xsi:type="dcterms:W3CDTF">2021-09-13T16:22:28Z</dcterms:modified>
</cp:coreProperties>
</file>