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Social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Member(2021.08~)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MVC,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868306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3918" y="47142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9071" y="34728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미들웨어 사용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51072" y="804878"/>
            <a:ext cx="57668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해당 서비스의 </a:t>
            </a:r>
            <a:r>
              <a:rPr lang="ko-KR" altLang="en-US" sz="1200" b="1" dirty="0"/>
              <a:t>보안</a:t>
            </a:r>
            <a:r>
              <a:rPr lang="ko-KR" altLang="en-US" sz="1200" dirty="0"/>
              <a:t>을 위해 </a:t>
            </a:r>
            <a:r>
              <a:rPr lang="ko-KR" altLang="en-US" sz="1200" b="1" dirty="0"/>
              <a:t>미들웨어</a:t>
            </a:r>
            <a:r>
              <a:rPr lang="ko-KR" altLang="en-US" sz="1200" dirty="0"/>
              <a:t>를 이용하였습니다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HTTP header</a:t>
            </a:r>
            <a:r>
              <a:rPr lang="ko-KR" altLang="en-US" sz="1200" dirty="0"/>
              <a:t>를 사용하여 클라이언트로부터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와 </a:t>
            </a: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을 받아옵니다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JWT(</a:t>
            </a:r>
            <a:r>
              <a:rPr lang="ko-KR" altLang="en-US" sz="1200" dirty="0"/>
              <a:t>토큰</a:t>
            </a:r>
            <a:r>
              <a:rPr lang="en-US" altLang="ko-KR" sz="1200" dirty="0"/>
              <a:t>)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를 추출하여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가 </a:t>
            </a:r>
            <a:r>
              <a:rPr lang="en-US" altLang="ko-KR" sz="1200" dirty="0"/>
              <a:t>header</a:t>
            </a:r>
            <a:r>
              <a:rPr lang="ko-KR" altLang="en-US" sz="1200" dirty="0"/>
              <a:t>에 들어있는 </a:t>
            </a:r>
            <a:r>
              <a:rPr lang="en-US" altLang="ko-KR" sz="1200" dirty="0" err="1"/>
              <a:t>store_id</a:t>
            </a:r>
            <a:r>
              <a:rPr lang="ko-KR" altLang="en-US" sz="1200" dirty="0"/>
              <a:t>를 </a:t>
            </a:r>
            <a:r>
              <a:rPr lang="en-US" altLang="ko-KR" sz="1200" dirty="0"/>
              <a:t>pk</a:t>
            </a:r>
            <a:r>
              <a:rPr lang="ko-KR" altLang="en-US" sz="1200" dirty="0"/>
              <a:t>값으로 갖는 </a:t>
            </a:r>
            <a:r>
              <a:rPr lang="en-US" altLang="ko-KR" sz="1200" dirty="0"/>
              <a:t>store</a:t>
            </a:r>
            <a:r>
              <a:rPr lang="ko-KR" altLang="en-US" sz="1200" dirty="0"/>
              <a:t>에 접근 권한이 있는지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권한이 있다면 </a:t>
            </a:r>
            <a:r>
              <a:rPr lang="en-US" altLang="ko-KR" sz="1200" dirty="0"/>
              <a:t>user</a:t>
            </a:r>
            <a:r>
              <a:rPr lang="ko-KR" altLang="en-US" sz="1200" dirty="0"/>
              <a:t>는 해당 음식점의 메뉴 삭제</a:t>
            </a:r>
            <a:r>
              <a:rPr lang="en-US" altLang="ko-KR" sz="1200" dirty="0"/>
              <a:t>, </a:t>
            </a:r>
            <a:r>
              <a:rPr lang="ko-KR" altLang="en-US" sz="1200" dirty="0"/>
              <a:t>옵션 변경 등 음식점의 세부사항을 변경할 수 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‘Refresh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index’ </a:t>
            </a:r>
            <a:r>
              <a:rPr lang="ko-KR" altLang="en-US" sz="1200" dirty="0"/>
              <a:t>값을 반환합니다</a:t>
            </a:r>
            <a:r>
              <a:rPr lang="en-US" altLang="ko-KR" sz="1200" dirty="0"/>
              <a:t>. Index</a:t>
            </a:r>
            <a:r>
              <a:rPr lang="ko-KR" altLang="en-US" sz="1200" dirty="0"/>
              <a:t>값은 각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크게 </a:t>
            </a:r>
            <a:r>
              <a:rPr lang="en-US" altLang="ko-KR" sz="1200" dirty="0"/>
              <a:t>2</a:t>
            </a:r>
            <a:r>
              <a:rPr lang="ko-KR" altLang="en-US" sz="1200" dirty="0"/>
              <a:t>가지입니다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r>
              <a:rPr lang="en-US" altLang="ko-KR" sz="1050" dirty="0"/>
              <a:t>  1) 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의 유효시간 확인</a:t>
            </a:r>
            <a:endParaRPr lang="en-US" altLang="ko-KR" sz="1050" dirty="0"/>
          </a:p>
          <a:p>
            <a:r>
              <a:rPr lang="en-US" altLang="ko-KR" sz="1050" dirty="0"/>
              <a:t>  2) access 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en-US" altLang="ko-KR" sz="1050" dirty="0"/>
              <a:t> </a:t>
            </a:r>
            <a:r>
              <a:rPr lang="ko-KR" altLang="en-US" sz="1050" dirty="0"/>
              <a:t>와 </a:t>
            </a:r>
            <a:r>
              <a:rPr lang="en-US" altLang="ko-KR" sz="1050" dirty="0"/>
              <a:t>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ko-KR" altLang="en-US" sz="1050" dirty="0"/>
              <a:t>의 일치 여부</a:t>
            </a:r>
            <a:r>
              <a:rPr lang="en-US" altLang="ko-KR" sz="105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62244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354844" y="5246800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08125" y="649224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6190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416300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06468" y="5840946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48183" y="5661119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971CEF5-8310-4742-8AAB-1E9A5630D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75" y="695130"/>
            <a:ext cx="4961357" cy="4081163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B910C608-A825-434C-9E62-E3AD5EDECFD4}"/>
              </a:ext>
            </a:extLst>
          </p:cNvPr>
          <p:cNvSpPr/>
          <p:nvPr/>
        </p:nvSpPr>
        <p:spPr>
          <a:xfrm>
            <a:off x="6298038" y="583125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55120-997F-4AD0-A5A9-BD4445C88F08}"/>
              </a:ext>
            </a:extLst>
          </p:cNvPr>
          <p:cNvSpPr txBox="1"/>
          <p:nvPr/>
        </p:nvSpPr>
        <p:spPr>
          <a:xfrm>
            <a:off x="6513191" y="4589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ERD</a:t>
            </a:r>
            <a:r>
              <a:rPr lang="ko-KR" altLang="en-US" b="1" dirty="0"/>
              <a:t> </a:t>
            </a:r>
            <a:endParaRPr lang="en-US" altLang="ko-KR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9B312-A440-4A62-8B70-D1174CBD415B}"/>
              </a:ext>
            </a:extLst>
          </p:cNvPr>
          <p:cNvSpPr txBox="1"/>
          <p:nvPr/>
        </p:nvSpPr>
        <p:spPr>
          <a:xfrm>
            <a:off x="6425193" y="1067584"/>
            <a:ext cx="576680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 err="1"/>
              <a:t>한명의</a:t>
            </a:r>
            <a:r>
              <a:rPr lang="ko-KR" altLang="en-US" sz="1200" dirty="0"/>
              <a:t> 유저는 많은 음식점을 가질 수 있습니다</a:t>
            </a:r>
            <a:endParaRPr lang="en-US" altLang="ko-KR" sz="1200" dirty="0"/>
          </a:p>
          <a:p>
            <a:r>
              <a:rPr lang="en-US" altLang="ko-KR" sz="1200" dirty="0"/>
              <a:t> - User(1) : Store(N)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한 개의 음식점은 많은 메뉴를 가질 수 있습니다</a:t>
            </a:r>
            <a:endParaRPr lang="en-US" altLang="ko-KR" sz="1200" dirty="0"/>
          </a:p>
          <a:p>
            <a:r>
              <a:rPr lang="en-US" altLang="ko-KR" sz="1200" dirty="0"/>
              <a:t> - Store(1) : menu(N)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메뉴는 카테고리</a:t>
            </a:r>
            <a:r>
              <a:rPr lang="en-US" altLang="ko-KR" sz="1200" dirty="0"/>
              <a:t>,</a:t>
            </a:r>
            <a:r>
              <a:rPr lang="ko-KR" altLang="en-US" sz="1200" dirty="0"/>
              <a:t> 옵션</a:t>
            </a:r>
            <a:r>
              <a:rPr lang="en-US" altLang="ko-KR" sz="1200" dirty="0"/>
              <a:t>, </a:t>
            </a:r>
            <a:r>
              <a:rPr lang="ko-KR" altLang="en-US" sz="1200" dirty="0"/>
              <a:t>이벤트 속성을 가지고 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카테고리 예시</a:t>
            </a:r>
            <a:r>
              <a:rPr lang="en-US" altLang="ko-KR" sz="1200" dirty="0"/>
              <a:t>)</a:t>
            </a:r>
            <a:r>
              <a:rPr lang="ko-KR" altLang="en-US" sz="1200" dirty="0"/>
              <a:t> 면</a:t>
            </a:r>
            <a:r>
              <a:rPr lang="en-US" altLang="ko-KR" sz="1200" dirty="0"/>
              <a:t>, </a:t>
            </a:r>
            <a:r>
              <a:rPr lang="ko-KR" altLang="en-US" sz="1200" dirty="0"/>
              <a:t>밥</a:t>
            </a:r>
            <a:r>
              <a:rPr lang="en-US" altLang="ko-KR" sz="1200" dirty="0"/>
              <a:t>, </a:t>
            </a:r>
            <a:r>
              <a:rPr lang="ko-KR" altLang="en-US" sz="1200" dirty="0"/>
              <a:t>요리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추가</a:t>
            </a:r>
            <a:r>
              <a:rPr lang="en-US" altLang="ko-KR" sz="1200" dirty="0"/>
              <a:t>, </a:t>
            </a:r>
            <a:r>
              <a:rPr lang="ko-KR" altLang="en-US" sz="1200" dirty="0"/>
              <a:t>양파 빼기 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점심 할인</a:t>
            </a:r>
            <a:r>
              <a:rPr lang="en-US" altLang="ko-KR" sz="1200" dirty="0"/>
              <a:t>, 10</a:t>
            </a:r>
            <a:r>
              <a:rPr lang="ko-KR" altLang="en-US" sz="1200" dirty="0"/>
              <a:t>월 할인</a:t>
            </a:r>
            <a:endParaRPr lang="en-US" altLang="ko-KR" sz="1200" dirty="0"/>
          </a:p>
          <a:p>
            <a:r>
              <a:rPr lang="en-US" altLang="ko-KR" sz="1200" dirty="0"/>
              <a:t> - Menu(N) : category(1) </a:t>
            </a:r>
          </a:p>
          <a:p>
            <a:r>
              <a:rPr lang="en-US" altLang="ko-KR" sz="1200" dirty="0"/>
              <a:t> - Menu(N) : option(N)</a:t>
            </a:r>
          </a:p>
          <a:p>
            <a:r>
              <a:rPr lang="en-US" altLang="ko-KR" sz="1200" dirty="0"/>
              <a:t> - Menu(N) : event(1)</a:t>
            </a:r>
          </a:p>
          <a:p>
            <a:endParaRPr lang="en-US" altLang="ko-KR" sz="1200" dirty="0"/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옵션은 옵션 그룹과 옵션으로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그룹 예시</a:t>
            </a:r>
            <a:r>
              <a:rPr lang="en-US" altLang="ko-KR" sz="1200" dirty="0"/>
              <a:t>) </a:t>
            </a:r>
            <a:r>
              <a:rPr lang="ko-KR" altLang="en-US" sz="1200" dirty="0"/>
              <a:t>양 변경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옵션 예시</a:t>
            </a:r>
            <a:r>
              <a:rPr lang="en-US" altLang="ko-KR" sz="1200" dirty="0"/>
              <a:t>) </a:t>
            </a:r>
            <a:r>
              <a:rPr lang="ko-KR" altLang="en-US" sz="1200" dirty="0"/>
              <a:t>면 많이</a:t>
            </a:r>
            <a:r>
              <a:rPr lang="en-US" altLang="ko-KR" sz="1200" dirty="0"/>
              <a:t>, </a:t>
            </a:r>
            <a:r>
              <a:rPr lang="ko-KR" altLang="en-US" sz="1200" dirty="0"/>
              <a:t>면 적게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이벤트는 이벤트 그룹과 이벤트 특징으로 나뉜다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그룹</a:t>
            </a:r>
            <a:r>
              <a:rPr lang="en-US" altLang="ko-KR" sz="1200" dirty="0"/>
              <a:t> </a:t>
            </a:r>
            <a:r>
              <a:rPr lang="ko-KR" altLang="en-US" sz="1200" dirty="0"/>
              <a:t>예시</a:t>
            </a:r>
            <a:r>
              <a:rPr lang="en-US" altLang="ko-KR" sz="1200" dirty="0"/>
              <a:t>) 10</a:t>
            </a:r>
            <a:r>
              <a:rPr lang="ko-KR" altLang="en-US" sz="1200" dirty="0"/>
              <a:t>월 할인</a:t>
            </a:r>
            <a:r>
              <a:rPr lang="en-US" altLang="ko-KR" sz="1200" dirty="0"/>
              <a:t>, </a:t>
            </a:r>
            <a:r>
              <a:rPr lang="ko-KR" altLang="en-US" sz="1200" dirty="0"/>
              <a:t>점심 할인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이벤트 특징 예시</a:t>
            </a:r>
            <a:r>
              <a:rPr lang="en-US" altLang="ko-KR" sz="1200" dirty="0"/>
              <a:t>) 1000</a:t>
            </a:r>
            <a:r>
              <a:rPr lang="ko-KR" altLang="en-US" sz="1200" dirty="0"/>
              <a:t>원 할인</a:t>
            </a:r>
            <a:r>
              <a:rPr lang="en-US" altLang="ko-KR" sz="1200" dirty="0"/>
              <a:t>, </a:t>
            </a:r>
            <a:r>
              <a:rPr lang="ko-KR" altLang="en-US" sz="1200" dirty="0"/>
              <a:t>군만두 서비스</a:t>
            </a:r>
            <a:r>
              <a:rPr lang="en-US" altLang="ko-KR" sz="1200" dirty="0"/>
              <a:t>, </a:t>
            </a:r>
            <a:r>
              <a:rPr lang="ko-KR" altLang="en-US" sz="1200" dirty="0"/>
              <a:t>현금 할인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DB</a:t>
            </a:r>
            <a:r>
              <a:rPr lang="ko-KR" altLang="en-US" sz="1200" dirty="0"/>
              <a:t> 보완 필요 부분</a:t>
            </a:r>
            <a:endParaRPr lang="en-US" altLang="ko-KR" sz="1200" dirty="0"/>
          </a:p>
          <a:p>
            <a:r>
              <a:rPr lang="en-US" altLang="ko-KR" sz="1200" dirty="0"/>
              <a:t> - N:N </a:t>
            </a:r>
            <a:r>
              <a:rPr lang="ko-KR" altLang="en-US" sz="1200" dirty="0"/>
              <a:t>관계를 사용하기 보다는 </a:t>
            </a:r>
            <a:r>
              <a:rPr lang="en-US" altLang="ko-KR" sz="1200" dirty="0"/>
              <a:t>N:1, 1:N</a:t>
            </a:r>
            <a:r>
              <a:rPr lang="ko-KR" altLang="en-US" sz="1200" dirty="0"/>
              <a:t>로 풀어서 사용</a:t>
            </a:r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한 개의 메뉴가 여러 개의 </a:t>
            </a:r>
            <a:r>
              <a:rPr lang="en-US" altLang="ko-KR" sz="1200" dirty="0"/>
              <a:t>category, event</a:t>
            </a:r>
            <a:r>
              <a:rPr lang="ko-KR" altLang="en-US" sz="1200" dirty="0"/>
              <a:t>를 가질 수 있음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64137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640</Words>
  <Application>Microsoft Office PowerPoint</Application>
  <PresentationFormat>와이드스크린</PresentationFormat>
  <Paragraphs>96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45</cp:revision>
  <dcterms:created xsi:type="dcterms:W3CDTF">2021-09-02T08:00:50Z</dcterms:created>
  <dcterms:modified xsi:type="dcterms:W3CDTF">2021-10-29T13:00:37Z</dcterms:modified>
</cp:coreProperties>
</file>