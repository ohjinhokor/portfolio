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7" r:id="rId3"/>
    <p:sldId id="271" r:id="rId4"/>
    <p:sldId id="272" r:id="rId5"/>
    <p:sldId id="273" r:id="rId6"/>
    <p:sldId id="276" r:id="rId7"/>
    <p:sldId id="269" r:id="rId8"/>
    <p:sldId id="268" r:id="rId9"/>
    <p:sldId id="278" r:id="rId10"/>
    <p:sldId id="280" r:id="rId11"/>
    <p:sldId id="279" r:id="rId12"/>
    <p:sldId id="260" r:id="rId13"/>
    <p:sldId id="26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648" autoAdjust="0"/>
    <p:restoredTop sz="94660"/>
  </p:normalViewPr>
  <p:slideViewPr>
    <p:cSldViewPr snapToGrid="0">
      <p:cViewPr varScale="1">
        <p:scale>
          <a:sx n="66" d="100"/>
          <a:sy n="66" d="100"/>
        </p:scale>
        <p:origin x="4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코드를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</a:t>
            </a:r>
            <a:r>
              <a:rPr lang="en-US" altLang="ko-KR" sz="1100" dirty="0"/>
              <a:t>(</a:t>
            </a:r>
            <a:r>
              <a:rPr lang="ko-KR" altLang="en-US" sz="1100" dirty="0"/>
              <a:t>인턴</a:t>
            </a:r>
            <a:r>
              <a:rPr lang="en-US" altLang="ko-KR" sz="1100" dirty="0"/>
              <a:t>)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2" y="317071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 ~ 2022. 02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CICD</a:t>
            </a:r>
            <a:endParaRPr lang="ko-KR" altLang="en-US" sz="1400" dirty="0"/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무중단</a:t>
            </a:r>
            <a:r>
              <a:rPr lang="ko-KR" altLang="en-US" sz="1400" dirty="0"/>
              <a:t> 배포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3507469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</a:t>
            </a:r>
            <a:r>
              <a:rPr lang="en-US" altLang="ko-KR" sz="1100" dirty="0"/>
              <a:t> </a:t>
            </a:r>
            <a:r>
              <a:rPr lang="ko-KR" altLang="en-US" sz="1100" dirty="0"/>
              <a:t>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인프라 구축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</a:t>
            </a:r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76958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</a:t>
            </a:r>
            <a:r>
              <a:rPr lang="en-US" altLang="ko-KR" sz="1200" dirty="0"/>
              <a:t>9</a:t>
            </a:r>
            <a:r>
              <a:rPr lang="ko-KR" altLang="en-US" sz="1200" dirty="0"/>
              <a:t>명의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78287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338193"/>
            <a:ext cx="1679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1)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</a:t>
            </a:r>
            <a:endParaRPr lang="en-US" altLang="ko-KR" sz="800" dirty="0"/>
          </a:p>
          <a:p>
            <a:pPr algn="ctr"/>
            <a:r>
              <a:rPr lang="en-US" altLang="ko-KR" sz="800" dirty="0"/>
              <a:t>2) Nginx</a:t>
            </a:r>
            <a:r>
              <a:rPr lang="ko-KR" altLang="en-US" sz="800" dirty="0"/>
              <a:t>의 </a:t>
            </a:r>
            <a:r>
              <a:rPr lang="en-US" altLang="ko-KR" sz="800" dirty="0" err="1"/>
              <a:t>proxy_pass</a:t>
            </a:r>
            <a:r>
              <a:rPr lang="en-US" altLang="ko-KR" sz="800" dirty="0"/>
              <a:t> </a:t>
            </a:r>
            <a:r>
              <a:rPr lang="ko-KR" altLang="en-US" sz="800" dirty="0"/>
              <a:t>변경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082783" y="2498800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601881"/>
            <a:ext cx="519576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285828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시나리오 예시 </a:t>
            </a:r>
            <a:r>
              <a:rPr lang="en-US" altLang="ko-KR" sz="1200" dirty="0"/>
              <a:t>(</a:t>
            </a:r>
            <a:r>
              <a:rPr lang="ko-KR" altLang="en-US" sz="1200" dirty="0"/>
              <a:t>순서</a:t>
            </a:r>
            <a:r>
              <a:rPr lang="en-US" altLang="ko-KR" sz="1200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사람을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6288548" y="317047"/>
            <a:ext cx="594008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en-US" altLang="ko-KR" sz="1200" b="1" dirty="0"/>
              <a:t>User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AcquaintancePhoneNumber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N:1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AcquaintanceRelation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542" y="5248228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171668" y="4804991"/>
            <a:ext cx="29017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데이터 베이스 예시</a:t>
            </a:r>
            <a:endParaRPr lang="en-US" altLang="ko-KR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6171668" y="219452"/>
            <a:ext cx="5195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데이터 베이스 설계 </a:t>
            </a:r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341245" y="248258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08048" y="372559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244896" y="736677"/>
            <a:ext cx="519046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번호를 모두 받은 후 이미 </a:t>
            </a:r>
            <a:r>
              <a:rPr lang="ko-KR" altLang="en-US" sz="1200" dirty="0" err="1"/>
              <a:t>가입되어있는</a:t>
            </a:r>
            <a:r>
              <a:rPr lang="ko-KR" altLang="en-US" sz="1200" dirty="0"/>
              <a:t> 지인들을 피하고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분별한다면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1 – 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On</a:t>
            </a:r>
          </a:p>
          <a:p>
            <a:endParaRPr lang="en-US" altLang="ko-KR" sz="1200" dirty="0"/>
          </a:p>
          <a:p>
            <a:r>
              <a:rPr lang="en-US" altLang="ko-KR" sz="1200" dirty="0"/>
              <a:t>1) User </a:t>
            </a:r>
            <a:r>
              <a:rPr lang="ko-KR" altLang="en-US" sz="1200" dirty="0"/>
              <a:t>핸드폰에 저장된 모든 번호를 받아옵니다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이후 </a:t>
            </a:r>
            <a:r>
              <a:rPr lang="en-US" altLang="ko-KR" sz="1200" dirty="0"/>
              <a:t>Acquaintance </a:t>
            </a:r>
            <a:r>
              <a:rPr lang="en-US" altLang="ko-KR" sz="1200" dirty="0" err="1"/>
              <a:t>PhoneNumber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2) </a:t>
            </a:r>
            <a:r>
              <a:rPr lang="ko-KR" altLang="en-US" sz="1200" dirty="0"/>
              <a:t>등록한 번호 목록을 통해 아는 사이인 기존 유저들을 찾고 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909CA5-1DE6-43C9-83F4-147148F20DB1}"/>
              </a:ext>
            </a:extLst>
          </p:cNvPr>
          <p:cNvSpPr txBox="1"/>
          <p:nvPr/>
        </p:nvSpPr>
        <p:spPr>
          <a:xfrm>
            <a:off x="5692133" y="0"/>
            <a:ext cx="64078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2 - </a:t>
            </a:r>
            <a:r>
              <a:rPr lang="ko-KR" altLang="en-US" sz="1200" b="1" dirty="0"/>
              <a:t>새로운 유저 가입</a:t>
            </a:r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ko-KR" altLang="en-US" sz="1200" dirty="0"/>
              <a:t>신규 가입자의 전화번호를 통해 기존 유저와 아는 사이임을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 Table</a:t>
            </a:r>
            <a:r>
              <a:rPr lang="ko-KR" altLang="en-US" sz="1200" dirty="0"/>
              <a:t>에 등록합니다</a:t>
            </a:r>
            <a:r>
              <a:rPr lang="en-US" altLang="ko-KR" sz="1200" dirty="0"/>
              <a:t>.</a:t>
            </a:r>
            <a:endParaRPr lang="en-US" altLang="ko-KR" sz="9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3 –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Off</a:t>
            </a:r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AcquaintancePhoneNumber</a:t>
            </a:r>
            <a:r>
              <a:rPr lang="ko-KR" altLang="en-US" sz="1200" dirty="0"/>
              <a:t> 테이블에서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와 </a:t>
            </a:r>
            <a:r>
              <a:rPr lang="ko-KR" altLang="en-US" sz="1200" dirty="0" err="1"/>
              <a:t>연결되어있는</a:t>
            </a:r>
            <a:r>
              <a:rPr lang="ko-KR" altLang="en-US" sz="1200" dirty="0"/>
              <a:t>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삭제합니다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테이블은 </a:t>
            </a:r>
            <a:r>
              <a:rPr lang="en-US" altLang="ko-KR" sz="1200" dirty="0"/>
              <a:t>User</a:t>
            </a:r>
            <a:r>
              <a:rPr lang="ko-KR" altLang="en-US" sz="1200" dirty="0"/>
              <a:t>와 연결되어 있는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지우면 안됩니다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       </a:t>
            </a:r>
          </a:p>
          <a:p>
            <a:r>
              <a:rPr lang="en-US" altLang="ko-KR" sz="1200" dirty="0"/>
              <a:t>-</a:t>
            </a:r>
            <a:r>
              <a:rPr lang="ko-KR" altLang="en-US" sz="1200" dirty="0"/>
              <a:t> </a:t>
            </a:r>
            <a:r>
              <a:rPr lang="ko-KR" altLang="en-US" sz="1200" dirty="0" err="1"/>
              <a:t>UserA와</a:t>
            </a:r>
            <a:r>
              <a:rPr lang="ko-KR" altLang="en-US" sz="1200" dirty="0"/>
              <a:t> 아는 사이라고 </a:t>
            </a:r>
            <a:r>
              <a:rPr lang="ko-KR" altLang="en-US" sz="1200" dirty="0" err="1"/>
              <a:t>등록되어있는</a:t>
            </a:r>
            <a:r>
              <a:rPr lang="ko-KR" altLang="en-US" sz="1200" dirty="0"/>
              <a:t> </a:t>
            </a:r>
            <a:r>
              <a:rPr lang="ko-KR" altLang="en-US" sz="1200" b="1" dirty="0" err="1"/>
              <a:t>UserB가</a:t>
            </a:r>
            <a:r>
              <a:rPr lang="ko-KR" altLang="en-US" sz="1200" b="1" dirty="0"/>
              <a:t> 아는 사람 피하기 기능을 사용하고 있다면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Row을</a:t>
            </a:r>
            <a:r>
              <a:rPr lang="ko-KR" altLang="en-US" sz="1200" dirty="0"/>
              <a:t> </a:t>
            </a:r>
            <a:r>
              <a:rPr lang="ko-KR" altLang="en-US" sz="1200" b="1" dirty="0"/>
              <a:t>삭제하지 않도록 </a:t>
            </a:r>
            <a:r>
              <a:rPr lang="ko-KR" altLang="en-US" sz="1200" dirty="0"/>
              <a:t>하였습니다 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85243D1-A0FB-4082-9E04-BCB027922D97}"/>
              </a:ext>
            </a:extLst>
          </p:cNvPr>
          <p:cNvCxnSpPr>
            <a:cxnSpLocks/>
          </p:cNvCxnSpPr>
          <p:nvPr/>
        </p:nvCxnSpPr>
        <p:spPr>
          <a:xfrm flipH="1">
            <a:off x="5470824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871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939002" y="1538842"/>
            <a:ext cx="930642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부하 감소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925696" y="66300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로그인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771919" y="1427811"/>
            <a:ext cx="9265704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JWT</a:t>
            </a:r>
            <a:r>
              <a:rPr lang="ko-KR" altLang="en-US" sz="1300" dirty="0"/>
              <a:t>를 사용하여 로그인 기능을 구현하였습니다</a:t>
            </a:r>
            <a:r>
              <a:rPr lang="en-US" altLang="ko-KR" sz="1300" dirty="0"/>
              <a:t>.</a:t>
            </a:r>
          </a:p>
          <a:p>
            <a:pPr marL="228600" indent="-228600">
              <a:buAutoNum type="arabicPeriod"/>
            </a:pPr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JWT</a:t>
            </a:r>
            <a:r>
              <a:rPr lang="ko-KR" altLang="en-US" sz="1200" dirty="0"/>
              <a:t>의 데이터를 추출하여 </a:t>
            </a:r>
            <a:r>
              <a:rPr lang="en-US" altLang="ko-KR" sz="1200" dirty="0" err="1"/>
              <a:t>HttpServletRequest</a:t>
            </a:r>
            <a:r>
              <a:rPr lang="ko-KR" altLang="en-US" sz="1200" dirty="0"/>
              <a:t>을 통해 컨트롤에 전달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Argument</a:t>
            </a:r>
            <a:r>
              <a:rPr lang="ko-KR" altLang="en-US" sz="1200" dirty="0"/>
              <a:t> </a:t>
            </a:r>
            <a:r>
              <a:rPr lang="en-US" altLang="ko-KR" sz="1200" dirty="0"/>
              <a:t>Resolver</a:t>
            </a:r>
            <a:r>
              <a:rPr lang="ko-KR" altLang="en-US" sz="1200" dirty="0"/>
              <a:t>를 사용하여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에 반복되는 코드를 줄임 </a:t>
            </a:r>
            <a:endParaRPr lang="en-US" altLang="ko-KR" sz="1200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92499" y="78730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493122"/>
            <a:ext cx="9306428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</a:t>
            </a:r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순서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s3</a:t>
            </a:r>
            <a:r>
              <a:rPr lang="ko-KR" altLang="en-US" sz="1400" b="1" dirty="0"/>
              <a:t>에 </a:t>
            </a:r>
            <a:r>
              <a:rPr lang="en-US" altLang="ko-KR" sz="1400" b="1" dirty="0"/>
              <a:t>jar</a:t>
            </a:r>
            <a:r>
              <a:rPr lang="ko-KR" altLang="en-US" sz="1400" b="1" dirty="0"/>
              <a:t>파일 업로드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code deploy</a:t>
            </a:r>
            <a:r>
              <a:rPr lang="ko-KR" altLang="en-US" sz="1400" b="1" dirty="0"/>
              <a:t>를 이용하여 덮어쓰기 후 </a:t>
            </a:r>
            <a:r>
              <a:rPr lang="en-US" altLang="ko-KR" sz="1400" b="1" dirty="0"/>
              <a:t>8081, 8082 </a:t>
            </a:r>
            <a:r>
              <a:rPr lang="ko-KR" altLang="en-US" sz="1400" b="1" dirty="0"/>
              <a:t>중 사용하지 않는 포트로 배포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- Nginx</a:t>
            </a:r>
            <a:r>
              <a:rPr lang="ko-KR" altLang="en-US" sz="1400" b="1" dirty="0"/>
              <a:t> 리버스 프록시 포트 변경</a:t>
            </a:r>
            <a:endParaRPr lang="en-US" altLang="ko-KR" sz="1400" b="1" dirty="0"/>
          </a:p>
          <a:p>
            <a:r>
              <a:rPr lang="ko-KR" altLang="en-US" sz="1400" b="1" dirty="0"/>
              <a:t> 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7000" y="278292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3283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3002168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8260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6759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849506" y="39262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345735" y="377619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366564" y="4168822"/>
            <a:ext cx="362153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arcus(mem-cached)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150812" y="4098403"/>
            <a:ext cx="448926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라이브 커머스 서비스</a:t>
            </a: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7695" y="1415992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명 </a:t>
            </a:r>
            <a:r>
              <a:rPr lang="en-US" altLang="ko-KR" b="1" dirty="0"/>
              <a:t>: </a:t>
            </a:r>
            <a:r>
              <a:rPr lang="ko-KR" altLang="en-US" b="1" dirty="0" err="1"/>
              <a:t>샵라이브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264000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중복 제거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다시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68307" y="3883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</a:t>
            </a:r>
            <a:r>
              <a:rPr lang="ko-KR" altLang="en-US" sz="1400" b="1"/>
              <a:t>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역직렬화가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2039" y="608985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캐싱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22371" y="1157651"/>
            <a:ext cx="963088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 err="1"/>
              <a:t>memcached</a:t>
            </a:r>
            <a:r>
              <a:rPr lang="ko-KR" altLang="en-US" sz="1400" b="1" dirty="0"/>
              <a:t>를 이용한 </a:t>
            </a:r>
            <a:r>
              <a:rPr lang="ko-KR" altLang="en-US" sz="1400" b="1" dirty="0" err="1"/>
              <a:t>캐싱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</a:t>
            </a:r>
            <a:r>
              <a:rPr lang="ko-KR" altLang="en-US" sz="1400" b="1" dirty="0"/>
              <a:t>단시간에 많은 요청이 예상되는 로직에 </a:t>
            </a:r>
            <a:r>
              <a:rPr lang="ko-KR" altLang="en-US" sz="1400" b="1" dirty="0" err="1"/>
              <a:t>캐싱</a:t>
            </a:r>
            <a:r>
              <a:rPr lang="ko-KR" altLang="en-US" sz="1400" b="1" dirty="0"/>
              <a:t> 적용</a:t>
            </a:r>
            <a:r>
              <a:rPr lang="en-US" altLang="ko-KR" sz="1400" b="1" dirty="0"/>
              <a:t>.</a:t>
            </a:r>
          </a:p>
          <a:p>
            <a:endParaRPr lang="en-US" altLang="ko-KR" sz="1400" b="1" dirty="0"/>
          </a:p>
          <a:p>
            <a:r>
              <a:rPr lang="en-US" altLang="ko-KR" sz="1400" b="1" dirty="0"/>
              <a:t> - </a:t>
            </a:r>
            <a:r>
              <a:rPr lang="ko-KR" altLang="en-US" sz="1400" b="1" dirty="0"/>
              <a:t>메모리의 데이터가 날아가더라도 서비스에 장애를 일으키지 않았기에 </a:t>
            </a:r>
            <a:r>
              <a:rPr lang="en-US" altLang="ko-KR" sz="1400" b="1" dirty="0" err="1"/>
              <a:t>memcached</a:t>
            </a:r>
            <a:r>
              <a:rPr lang="ko-KR" altLang="en-US" sz="1400" b="1" dirty="0"/>
              <a:t>를 적용</a:t>
            </a:r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88843" y="73328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C77245-E42C-435C-A054-4651C4671B97}"/>
              </a:ext>
            </a:extLst>
          </p:cNvPr>
          <p:cNvSpPr txBox="1"/>
          <p:nvPr/>
        </p:nvSpPr>
        <p:spPr>
          <a:xfrm>
            <a:off x="722037" y="3583551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</a:t>
            </a:r>
            <a:r>
              <a:rPr lang="ko-KR" altLang="en-US" b="1" dirty="0" err="1"/>
              <a:t>리팩토링</a:t>
            </a:r>
            <a:endParaRPr lang="en-US" altLang="ko-KR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523E8-A352-4F9D-8E46-BC76EED9BB39}"/>
              </a:ext>
            </a:extLst>
          </p:cNvPr>
          <p:cNvSpPr txBox="1"/>
          <p:nvPr/>
        </p:nvSpPr>
        <p:spPr>
          <a:xfrm>
            <a:off x="822371" y="4028309"/>
            <a:ext cx="110939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부하 감소를 위해 하나의 요청이 실행 될 때마다 생기는 쿼리의 개수를 줄임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  </a:t>
            </a:r>
            <a:r>
              <a:rPr lang="ko-KR" altLang="en-US" sz="1400" b="1" dirty="0"/>
              <a:t>기존 방법 </a:t>
            </a:r>
            <a:r>
              <a:rPr lang="en-US" altLang="ko-KR" sz="1400" b="1" dirty="0"/>
              <a:t>: For</a:t>
            </a:r>
            <a:r>
              <a:rPr lang="ko-KR" altLang="en-US" sz="1400" b="1" dirty="0"/>
              <a:t>문을 돌며 데이터를 </a:t>
            </a:r>
            <a:r>
              <a:rPr lang="en-US" altLang="ko-KR" sz="1400" b="1" dirty="0"/>
              <a:t>row</a:t>
            </a:r>
            <a:r>
              <a:rPr lang="ko-KR" altLang="en-US" sz="1400" b="1" dirty="0"/>
              <a:t>별로 받아오는 방식을 사용했고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이에 따라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커넥션이 많이 발생하여 서버의 부하가 큼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  </a:t>
            </a:r>
            <a:r>
              <a:rPr lang="ko-KR" altLang="en-US" sz="1400" b="1" dirty="0" err="1"/>
              <a:t>리팩토링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: Stream</a:t>
            </a:r>
            <a:r>
              <a:rPr lang="ko-KR" altLang="en-US" sz="1400" b="1" dirty="0"/>
              <a:t>을 활용하여 </a:t>
            </a:r>
            <a:r>
              <a:rPr lang="ko-KR" altLang="en-US" sz="1400" b="1" dirty="0" err="1"/>
              <a:t>필요로하는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Row</a:t>
            </a:r>
            <a:r>
              <a:rPr lang="ko-KR" altLang="en-US" sz="1400" b="1" dirty="0"/>
              <a:t>의 </a:t>
            </a:r>
            <a:r>
              <a:rPr lang="en-US" altLang="ko-KR" sz="1400" b="1" dirty="0"/>
              <a:t>PK</a:t>
            </a:r>
            <a:r>
              <a:rPr lang="ko-KR" altLang="en-US" sz="1400" b="1" dirty="0"/>
              <a:t>를 리스트로 한 번에 모아 쿼리를 </a:t>
            </a:r>
            <a:r>
              <a:rPr lang="ko-KR" altLang="en-US" sz="1400" b="1" dirty="0" err="1"/>
              <a:t>전송함으로서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커넥션을 감소시킴</a:t>
            </a:r>
            <a:endParaRPr lang="en-US" altLang="ko-KR" sz="1400" b="1" dirty="0"/>
          </a:p>
          <a:p>
            <a:endParaRPr lang="en-US" altLang="ko-KR" sz="1400" dirty="0"/>
          </a:p>
          <a:p>
            <a:endParaRPr lang="en-US" altLang="ko-KR" sz="1400" b="1" dirty="0"/>
          </a:p>
        </p:txBody>
      </p:sp>
      <p:sp>
        <p:nvSpPr>
          <p:cNvPr id="35" name="object 6">
            <a:extLst>
              <a:ext uri="{FF2B5EF4-FFF2-40B4-BE49-F238E27FC236}">
                <a16:creationId xmlns:a16="http://schemas.microsoft.com/office/drawing/2014/main" id="{ECF97475-7B77-4BFB-9D63-4AC76764C508}"/>
              </a:ext>
            </a:extLst>
          </p:cNvPr>
          <p:cNvSpPr/>
          <p:nvPr/>
        </p:nvSpPr>
        <p:spPr>
          <a:xfrm>
            <a:off x="588841" y="37078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714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EC2, RDS</a:t>
            </a:r>
          </a:p>
          <a:p>
            <a:r>
              <a:rPr lang="en-US" altLang="ko-KR" sz="1400" dirty="0"/>
              <a:t>- CICD</a:t>
            </a:r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무중단</a:t>
            </a:r>
            <a:r>
              <a:rPr lang="ko-KR" altLang="en-US" sz="1400" dirty="0"/>
              <a:t> 배포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5159</TotalTime>
  <Words>1508</Words>
  <Application>Microsoft Office PowerPoint</Application>
  <PresentationFormat>와이드스크린</PresentationFormat>
  <Paragraphs>341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266</cp:revision>
  <dcterms:created xsi:type="dcterms:W3CDTF">2021-09-02T08:00:50Z</dcterms:created>
  <dcterms:modified xsi:type="dcterms:W3CDTF">2022-04-24T15:14:17Z</dcterms:modified>
</cp:coreProperties>
</file>