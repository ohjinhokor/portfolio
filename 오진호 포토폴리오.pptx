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979170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Arial Rounded MT Bold" panose="020F0704030504030204" pitchFamily="34" charset="0"/>
              </a:rPr>
              <a:t>Hello</a:t>
            </a:r>
            <a:r>
              <a:rPr lang="ko-KR" altLang="en-US" sz="2800" dirty="0">
                <a:latin typeface="Arial Rounded MT Bold" panose="020F0704030504030204" pitchFamily="34" charset="0"/>
              </a:rPr>
              <a:t> </a:t>
            </a:r>
            <a:r>
              <a:rPr lang="en-US" altLang="ko-KR" sz="2800" dirty="0">
                <a:latin typeface="Arial Rounded MT Bold" panose="020F0704030504030204" pitchFamily="34" charset="0"/>
              </a:rPr>
              <a:t>World</a:t>
            </a:r>
            <a:endParaRPr lang="ko-KR" altLang="en-US" sz="28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753717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아이템입니다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값으로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1" y="352123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39071" y="4016733"/>
            <a:ext cx="5766807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‘Refresh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index’ </a:t>
            </a:r>
            <a:r>
              <a:rPr lang="ko-KR" altLang="en-US" sz="1200" dirty="0"/>
              <a:t>값을 반환합니다</a:t>
            </a:r>
            <a:r>
              <a:rPr lang="en-US" altLang="ko-KR" sz="1200" dirty="0"/>
              <a:t>. Index</a:t>
            </a:r>
            <a:r>
              <a:rPr lang="ko-KR" altLang="en-US" sz="1200" dirty="0"/>
              <a:t>값은 각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크게 </a:t>
            </a:r>
            <a:r>
              <a:rPr lang="en-US" altLang="ko-KR" sz="1200" dirty="0"/>
              <a:t>2</a:t>
            </a:r>
            <a:r>
              <a:rPr lang="ko-KR" altLang="en-US" sz="1200" dirty="0"/>
              <a:t>가지입니다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r>
              <a:rPr lang="en-US" altLang="ko-KR" sz="1050" dirty="0"/>
              <a:t>  1) 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의 유효시간 확인</a:t>
            </a:r>
            <a:endParaRPr lang="en-US" altLang="ko-KR" sz="1050" dirty="0"/>
          </a:p>
          <a:p>
            <a:r>
              <a:rPr lang="en-US" altLang="ko-KR" sz="1050" dirty="0"/>
              <a:t>  2) access 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en-US" altLang="ko-KR" sz="1050" dirty="0"/>
              <a:t> </a:t>
            </a:r>
            <a:r>
              <a:rPr lang="ko-KR" altLang="en-US" sz="1050" dirty="0"/>
              <a:t>와 </a:t>
            </a:r>
            <a:r>
              <a:rPr lang="en-US" altLang="ko-KR" sz="1050" dirty="0"/>
              <a:t>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ko-KR" altLang="en-US" sz="1050" dirty="0"/>
              <a:t>의 일치 여부</a:t>
            </a:r>
            <a:r>
              <a:rPr lang="en-US" altLang="ko-KR" sz="1050" dirty="0"/>
              <a:t>  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62244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49571" y="3615005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354844" y="5246800"/>
            <a:ext cx="25747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08125" y="649224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619087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416300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/>
              <a:t>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506468" y="5840946"/>
            <a:ext cx="1830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48183" y="5661119"/>
            <a:ext cx="20948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120358" y="362044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59674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44665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815986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57908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37879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882987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 err="1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5509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38820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911107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0764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498350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8" y="5352839"/>
            <a:ext cx="57668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페이 </a:t>
            </a:r>
            <a:r>
              <a:rPr lang="en-US" altLang="ko-KR" sz="1200" dirty="0"/>
              <a:t>API </a:t>
            </a:r>
            <a:r>
              <a:rPr lang="ko-KR" altLang="en-US" sz="1200" dirty="0"/>
              <a:t>사용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27" name="그림 26" descr="텍스트이(가) 표시된 사진&#10;&#10;자동 생성된 설명">
            <a:extLst>
              <a:ext uri="{FF2B5EF4-FFF2-40B4-BE49-F238E27FC236}">
                <a16:creationId xmlns:a16="http://schemas.microsoft.com/office/drawing/2014/main" id="{1FD99E8D-FBF7-42FC-BA92-66C3E821A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08" y="2343835"/>
            <a:ext cx="2048013" cy="38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챗봇의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response</a:t>
            </a:r>
            <a:r>
              <a:rPr lang="ko-KR" altLang="en-US" sz="1200" dirty="0"/>
              <a:t>를 반환하는 </a:t>
            </a:r>
            <a:r>
              <a:rPr lang="en-US" altLang="ko-KR" sz="1200" dirty="0"/>
              <a:t>API</a:t>
            </a:r>
            <a:r>
              <a:rPr lang="ko-KR" altLang="en-US" sz="1200" dirty="0"/>
              <a:t>를 만들었습니다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1147</TotalTime>
  <Words>561</Words>
  <Application>Microsoft Office PowerPoint</Application>
  <PresentationFormat>와이드스크린</PresentationFormat>
  <Paragraphs>97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55</cp:revision>
  <dcterms:created xsi:type="dcterms:W3CDTF">2021-09-02T08:00:50Z</dcterms:created>
  <dcterms:modified xsi:type="dcterms:W3CDTF">2021-11-23T07:14:23Z</dcterms:modified>
</cp:coreProperties>
</file>